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71" r:id="rId3"/>
    <p:sldId id="269" r:id="rId4"/>
    <p:sldId id="267" r:id="rId5"/>
    <p:sldId id="270" r:id="rId6"/>
    <p:sldId id="268" r:id="rId7"/>
    <p:sldId id="263" r:id="rId8"/>
    <p:sldId id="266" r:id="rId9"/>
    <p:sldId id="256" r:id="rId10"/>
    <p:sldId id="257" r:id="rId11"/>
    <p:sldId id="258" r:id="rId12"/>
    <p:sldId id="260" r:id="rId13"/>
    <p:sldId id="259" r:id="rId14"/>
    <p:sldId id="265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B4918E-38CB-464C-BBE3-464D048D27BA}" v="28" dt="2021-08-06T12:26:23.4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27" autoAdjust="0"/>
    <p:restoredTop sz="94660"/>
  </p:normalViewPr>
  <p:slideViewPr>
    <p:cSldViewPr snapToGrid="0">
      <p:cViewPr varScale="1">
        <p:scale>
          <a:sx n="99" d="100"/>
          <a:sy n="99" d="100"/>
        </p:scale>
        <p:origin x="114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 Novak" userId="1a56226553c618a2" providerId="LiveId" clId="{9FAA64AD-F810-45BB-B981-E9E63187BCA3}"/>
    <pc:docChg chg="undo custSel addSld delSld modSld sldOrd">
      <pc:chgData name="Jan Novak" userId="1a56226553c618a2" providerId="LiveId" clId="{9FAA64AD-F810-45BB-B981-E9E63187BCA3}" dt="2021-05-26T11:04:57.073" v="5704" actId="688"/>
      <pc:docMkLst>
        <pc:docMk/>
      </pc:docMkLst>
      <pc:sldChg chg="modSp add del mod">
        <pc:chgData name="Jan Novak" userId="1a56226553c618a2" providerId="LiveId" clId="{9FAA64AD-F810-45BB-B981-E9E63187BCA3}" dt="2021-05-19T09:23:09.913" v="824" actId="13926"/>
        <pc:sldMkLst>
          <pc:docMk/>
          <pc:sldMk cId="2054763809" sldId="256"/>
        </pc:sldMkLst>
        <pc:spChg chg="mod">
          <ac:chgData name="Jan Novak" userId="1a56226553c618a2" providerId="LiveId" clId="{9FAA64AD-F810-45BB-B981-E9E63187BCA3}" dt="2021-05-19T09:08:17.210" v="451" actId="1076"/>
          <ac:spMkLst>
            <pc:docMk/>
            <pc:sldMk cId="2054763809" sldId="256"/>
            <ac:spMk id="53" creationId="{A35F821D-3F83-4012-8249-B7F36BFD7D73}"/>
          </ac:spMkLst>
        </pc:spChg>
        <pc:spChg chg="mod">
          <ac:chgData name="Jan Novak" userId="1a56226553c618a2" providerId="LiveId" clId="{9FAA64AD-F810-45BB-B981-E9E63187BCA3}" dt="2021-05-19T09:22:57.811" v="822" actId="13926"/>
          <ac:spMkLst>
            <pc:docMk/>
            <pc:sldMk cId="2054763809" sldId="256"/>
            <ac:spMk id="72" creationId="{14256460-766F-4150-AF9C-7E01C0D0CF7E}"/>
          </ac:spMkLst>
        </pc:spChg>
        <pc:spChg chg="mod">
          <ac:chgData name="Jan Novak" userId="1a56226553c618a2" providerId="LiveId" clId="{9FAA64AD-F810-45BB-B981-E9E63187BCA3}" dt="2021-05-19T09:23:09.913" v="824" actId="13926"/>
          <ac:spMkLst>
            <pc:docMk/>
            <pc:sldMk cId="2054763809" sldId="256"/>
            <ac:spMk id="73" creationId="{3EC58F03-54DF-42F1-97EE-657F7B7E155E}"/>
          </ac:spMkLst>
        </pc:spChg>
      </pc:sldChg>
      <pc:sldChg chg="modSp mod">
        <pc:chgData name="Jan Novak" userId="1a56226553c618a2" providerId="LiveId" clId="{9FAA64AD-F810-45BB-B981-E9E63187BCA3}" dt="2021-05-19T09:25:15.482" v="833" actId="13926"/>
        <pc:sldMkLst>
          <pc:docMk/>
          <pc:sldMk cId="2995428109" sldId="257"/>
        </pc:sldMkLst>
        <pc:spChg chg="mod">
          <ac:chgData name="Jan Novak" userId="1a56226553c618a2" providerId="LiveId" clId="{9FAA64AD-F810-45BB-B981-E9E63187BCA3}" dt="2021-05-19T09:25:10.592" v="831" actId="13926"/>
          <ac:spMkLst>
            <pc:docMk/>
            <pc:sldMk cId="2995428109" sldId="257"/>
            <ac:spMk id="72" creationId="{14256460-766F-4150-AF9C-7E01C0D0CF7E}"/>
          </ac:spMkLst>
        </pc:spChg>
        <pc:spChg chg="mod">
          <ac:chgData name="Jan Novak" userId="1a56226553c618a2" providerId="LiveId" clId="{9FAA64AD-F810-45BB-B981-E9E63187BCA3}" dt="2021-05-19T09:25:15.482" v="833" actId="13926"/>
          <ac:spMkLst>
            <pc:docMk/>
            <pc:sldMk cId="2995428109" sldId="257"/>
            <ac:spMk id="73" creationId="{3EC58F03-54DF-42F1-97EE-657F7B7E155E}"/>
          </ac:spMkLst>
        </pc:spChg>
      </pc:sldChg>
      <pc:sldChg chg="addSp delSp modSp mod">
        <pc:chgData name="Jan Novak" userId="1a56226553c618a2" providerId="LiveId" clId="{9FAA64AD-F810-45BB-B981-E9E63187BCA3}" dt="2021-05-19T10:20:30.932" v="1074" actId="122"/>
        <pc:sldMkLst>
          <pc:docMk/>
          <pc:sldMk cId="3073215809" sldId="258"/>
        </pc:sldMkLst>
        <pc:spChg chg="add mod">
          <ac:chgData name="Jan Novak" userId="1a56226553c618a2" providerId="LiveId" clId="{9FAA64AD-F810-45BB-B981-E9E63187BCA3}" dt="2021-05-18T14:56:13.790" v="7" actId="1076"/>
          <ac:spMkLst>
            <pc:docMk/>
            <pc:sldMk cId="3073215809" sldId="258"/>
            <ac:spMk id="5" creationId="{B62356BE-B3AD-43E0-890F-80DD674D2868}"/>
          </ac:spMkLst>
        </pc:spChg>
        <pc:spChg chg="add mod">
          <ac:chgData name="Jan Novak" userId="1a56226553c618a2" providerId="LiveId" clId="{9FAA64AD-F810-45BB-B981-E9E63187BCA3}" dt="2021-05-19T10:20:30.932" v="1074" actId="122"/>
          <ac:spMkLst>
            <pc:docMk/>
            <pc:sldMk cId="3073215809" sldId="258"/>
            <ac:spMk id="11" creationId="{947090E0-0CD6-4837-910D-38A12D225262}"/>
          </ac:spMkLst>
        </pc:spChg>
        <pc:spChg chg="mod">
          <ac:chgData name="Jan Novak" userId="1a56226553c618a2" providerId="LiveId" clId="{9FAA64AD-F810-45BB-B981-E9E63187BCA3}" dt="2021-05-18T14:57:39.764" v="27" actId="14100"/>
          <ac:spMkLst>
            <pc:docMk/>
            <pc:sldMk cId="3073215809" sldId="258"/>
            <ac:spMk id="28" creationId="{D6E5E164-A306-4B3F-95FC-732AC273AE0C}"/>
          </ac:spMkLst>
        </pc:spChg>
        <pc:spChg chg="mod">
          <ac:chgData name="Jan Novak" userId="1a56226553c618a2" providerId="LiveId" clId="{9FAA64AD-F810-45BB-B981-E9E63187BCA3}" dt="2021-05-18T14:57:06.320" v="26" actId="14100"/>
          <ac:spMkLst>
            <pc:docMk/>
            <pc:sldMk cId="3073215809" sldId="258"/>
            <ac:spMk id="37" creationId="{073C8E29-1873-4669-8CE5-86389B2A3EB4}"/>
          </ac:spMkLst>
        </pc:spChg>
        <pc:spChg chg="add mod">
          <ac:chgData name="Jan Novak" userId="1a56226553c618a2" providerId="LiveId" clId="{9FAA64AD-F810-45BB-B981-E9E63187BCA3}" dt="2021-05-18T14:56:29.999" v="14" actId="20577"/>
          <ac:spMkLst>
            <pc:docMk/>
            <pc:sldMk cId="3073215809" sldId="258"/>
            <ac:spMk id="38" creationId="{A4FD5B09-244D-4E76-BC7D-BA2E125D4241}"/>
          </ac:spMkLst>
        </pc:spChg>
        <pc:spChg chg="add mod">
          <ac:chgData name="Jan Novak" userId="1a56226553c618a2" providerId="LiveId" clId="{9FAA64AD-F810-45BB-B981-E9E63187BCA3}" dt="2021-05-18T14:56:39.786" v="18" actId="20577"/>
          <ac:spMkLst>
            <pc:docMk/>
            <pc:sldMk cId="3073215809" sldId="258"/>
            <ac:spMk id="39" creationId="{E3972D3B-AB39-42BD-BB1F-AB4D2BB76509}"/>
          </ac:spMkLst>
        </pc:spChg>
        <pc:spChg chg="add mod">
          <ac:chgData name="Jan Novak" userId="1a56226553c618a2" providerId="LiveId" clId="{9FAA64AD-F810-45BB-B981-E9E63187BCA3}" dt="2021-05-18T14:56:48.661" v="24" actId="20577"/>
          <ac:spMkLst>
            <pc:docMk/>
            <pc:sldMk cId="3073215809" sldId="258"/>
            <ac:spMk id="40" creationId="{E0771644-68A6-4364-8894-E8CFA1F79C73}"/>
          </ac:spMkLst>
        </pc:spChg>
        <pc:spChg chg="add mod">
          <ac:chgData name="Jan Novak" userId="1a56226553c618a2" providerId="LiveId" clId="{9FAA64AD-F810-45BB-B981-E9E63187BCA3}" dt="2021-05-18T14:58:07.342" v="43" actId="1037"/>
          <ac:spMkLst>
            <pc:docMk/>
            <pc:sldMk cId="3073215809" sldId="258"/>
            <ac:spMk id="41" creationId="{61B5671F-0D1B-4ED2-B12F-D46D5AA17733}"/>
          </ac:spMkLst>
        </pc:spChg>
        <pc:spChg chg="add mod">
          <ac:chgData name="Jan Novak" userId="1a56226553c618a2" providerId="LiveId" clId="{9FAA64AD-F810-45BB-B981-E9E63187BCA3}" dt="2021-05-18T15:03:29.844" v="64" actId="1035"/>
          <ac:spMkLst>
            <pc:docMk/>
            <pc:sldMk cId="3073215809" sldId="258"/>
            <ac:spMk id="42" creationId="{5F09FB1B-FD8F-4D63-BF88-2F7BF6215E48}"/>
          </ac:spMkLst>
        </pc:spChg>
        <pc:spChg chg="mod">
          <ac:chgData name="Jan Novak" userId="1a56226553c618a2" providerId="LiveId" clId="{9FAA64AD-F810-45BB-B981-E9E63187BCA3}" dt="2021-05-18T15:27:23.818" v="228" actId="20577"/>
          <ac:spMkLst>
            <pc:docMk/>
            <pc:sldMk cId="3073215809" sldId="258"/>
            <ac:spMk id="70" creationId="{D8EA0498-99C0-491E-98C4-D04AA98FDB46}"/>
          </ac:spMkLst>
        </pc:spChg>
        <pc:spChg chg="mod">
          <ac:chgData name="Jan Novak" userId="1a56226553c618a2" providerId="LiveId" clId="{9FAA64AD-F810-45BB-B981-E9E63187BCA3}" dt="2021-05-19T10:09:15.836" v="850" actId="114"/>
          <ac:spMkLst>
            <pc:docMk/>
            <pc:sldMk cId="3073215809" sldId="258"/>
            <ac:spMk id="72" creationId="{14256460-766F-4150-AF9C-7E01C0D0CF7E}"/>
          </ac:spMkLst>
        </pc:spChg>
        <pc:spChg chg="mod">
          <ac:chgData name="Jan Novak" userId="1a56226553c618a2" providerId="LiveId" clId="{9FAA64AD-F810-45BB-B981-E9E63187BCA3}" dt="2021-05-19T10:09:46.808" v="855" actId="207"/>
          <ac:spMkLst>
            <pc:docMk/>
            <pc:sldMk cId="3073215809" sldId="258"/>
            <ac:spMk id="73" creationId="{3EC58F03-54DF-42F1-97EE-657F7B7E155E}"/>
          </ac:spMkLst>
        </pc:spChg>
        <pc:cxnChg chg="add del mod">
          <ac:chgData name="Jan Novak" userId="1a56226553c618a2" providerId="LiveId" clId="{9FAA64AD-F810-45BB-B981-E9E63187BCA3}" dt="2021-05-18T15:26:16.208" v="210" actId="478"/>
          <ac:cxnSpMkLst>
            <pc:docMk/>
            <pc:sldMk cId="3073215809" sldId="258"/>
            <ac:cxnSpMk id="7" creationId="{2C89F26C-1B39-42F6-9C31-3B1BFB8C209A}"/>
          </ac:cxnSpMkLst>
        </pc:cxnChg>
        <pc:cxnChg chg="add mod">
          <ac:chgData name="Jan Novak" userId="1a56226553c618a2" providerId="LiveId" clId="{9FAA64AD-F810-45BB-B981-E9E63187BCA3}" dt="2021-05-18T15:26:09.061" v="208" actId="692"/>
          <ac:cxnSpMkLst>
            <pc:docMk/>
            <pc:sldMk cId="3073215809" sldId="258"/>
            <ac:cxnSpMk id="45" creationId="{0D26B08D-216B-4B63-9014-29B074149F5A}"/>
          </ac:cxnSpMkLst>
        </pc:cxnChg>
        <pc:cxnChg chg="add mod">
          <ac:chgData name="Jan Novak" userId="1a56226553c618a2" providerId="LiveId" clId="{9FAA64AD-F810-45BB-B981-E9E63187BCA3}" dt="2021-05-18T15:26:20.046" v="211" actId="1076"/>
          <ac:cxnSpMkLst>
            <pc:docMk/>
            <pc:sldMk cId="3073215809" sldId="258"/>
            <ac:cxnSpMk id="52" creationId="{EB9B2815-B490-4163-ABA2-296D277770F2}"/>
          </ac:cxnSpMkLst>
        </pc:cxnChg>
        <pc:cxnChg chg="add mod">
          <ac:chgData name="Jan Novak" userId="1a56226553c618a2" providerId="LiveId" clId="{9FAA64AD-F810-45BB-B981-E9E63187BCA3}" dt="2021-05-18T15:26:32.037" v="213" actId="1076"/>
          <ac:cxnSpMkLst>
            <pc:docMk/>
            <pc:sldMk cId="3073215809" sldId="258"/>
            <ac:cxnSpMk id="53" creationId="{F87AA5AB-3C14-428F-B20C-1EAB25AA9343}"/>
          </ac:cxnSpMkLst>
        </pc:cxnChg>
      </pc:sldChg>
      <pc:sldChg chg="addSp modSp add mod">
        <pc:chgData name="Jan Novak" userId="1a56226553c618a2" providerId="LiveId" clId="{9FAA64AD-F810-45BB-B981-E9E63187BCA3}" dt="2021-05-19T10:20:23.640" v="1072" actId="122"/>
        <pc:sldMkLst>
          <pc:docMk/>
          <pc:sldMk cId="2282750098" sldId="259"/>
        </pc:sldMkLst>
        <pc:spChg chg="mod">
          <ac:chgData name="Jan Novak" userId="1a56226553c618a2" providerId="LiveId" clId="{9FAA64AD-F810-45BB-B981-E9E63187BCA3}" dt="2021-05-19T10:20:23.640" v="1072" actId="122"/>
          <ac:spMkLst>
            <pc:docMk/>
            <pc:sldMk cId="2282750098" sldId="259"/>
            <ac:spMk id="11" creationId="{947090E0-0CD6-4837-910D-38A12D225262}"/>
          </ac:spMkLst>
        </pc:spChg>
        <pc:spChg chg="mod">
          <ac:chgData name="Jan Novak" userId="1a56226553c618a2" providerId="LiveId" clId="{9FAA64AD-F810-45BB-B981-E9E63187BCA3}" dt="2021-05-19T10:11:36.629" v="897" actId="20577"/>
          <ac:spMkLst>
            <pc:docMk/>
            <pc:sldMk cId="2282750098" sldId="259"/>
            <ac:spMk id="70" creationId="{D8EA0498-99C0-491E-98C4-D04AA98FDB46}"/>
          </ac:spMkLst>
        </pc:spChg>
        <pc:spChg chg="mod">
          <ac:chgData name="Jan Novak" userId="1a56226553c618a2" providerId="LiveId" clId="{9FAA64AD-F810-45BB-B981-E9E63187BCA3}" dt="2021-05-19T10:16:19.586" v="922" actId="13926"/>
          <ac:spMkLst>
            <pc:docMk/>
            <pc:sldMk cId="2282750098" sldId="259"/>
            <ac:spMk id="72" creationId="{14256460-766F-4150-AF9C-7E01C0D0CF7E}"/>
          </ac:spMkLst>
        </pc:spChg>
        <pc:spChg chg="mod">
          <ac:chgData name="Jan Novak" userId="1a56226553c618a2" providerId="LiveId" clId="{9FAA64AD-F810-45BB-B981-E9E63187BCA3}" dt="2021-05-19T10:12:46.053" v="905" actId="13926"/>
          <ac:spMkLst>
            <pc:docMk/>
            <pc:sldMk cId="2282750098" sldId="259"/>
            <ac:spMk id="73" creationId="{3EC58F03-54DF-42F1-97EE-657F7B7E155E}"/>
          </ac:spMkLst>
        </pc:spChg>
        <pc:picChg chg="add mod">
          <ac:chgData name="Jan Novak" userId="1a56226553c618a2" providerId="LiveId" clId="{9FAA64AD-F810-45BB-B981-E9E63187BCA3}" dt="2021-05-18T15:34:35.590" v="365" actId="1076"/>
          <ac:picMkLst>
            <pc:docMk/>
            <pc:sldMk cId="2282750098" sldId="259"/>
            <ac:picMk id="44" creationId="{5E633334-7A85-46D3-8337-550281905653}"/>
          </ac:picMkLst>
        </pc:picChg>
        <pc:cxnChg chg="add mod">
          <ac:chgData name="Jan Novak" userId="1a56226553c618a2" providerId="LiveId" clId="{9FAA64AD-F810-45BB-B981-E9E63187BCA3}" dt="2021-05-18T15:30:05.091" v="269" actId="14100"/>
          <ac:cxnSpMkLst>
            <pc:docMk/>
            <pc:sldMk cId="2282750098" sldId="259"/>
            <ac:cxnSpMk id="43" creationId="{39C31A09-40CD-4501-A02F-FACF5661D843}"/>
          </ac:cxnSpMkLst>
        </pc:cxnChg>
        <pc:cxnChg chg="mod">
          <ac:chgData name="Jan Novak" userId="1a56226553c618a2" providerId="LiveId" clId="{9FAA64AD-F810-45BB-B981-E9E63187BCA3}" dt="2021-05-18T15:31:49.640" v="309" actId="1076"/>
          <ac:cxnSpMkLst>
            <pc:docMk/>
            <pc:sldMk cId="2282750098" sldId="259"/>
            <ac:cxnSpMk id="45" creationId="{0D26B08D-216B-4B63-9014-29B074149F5A}"/>
          </ac:cxnSpMkLst>
        </pc:cxnChg>
        <pc:cxnChg chg="mod">
          <ac:chgData name="Jan Novak" userId="1a56226553c618a2" providerId="LiveId" clId="{9FAA64AD-F810-45BB-B981-E9E63187BCA3}" dt="2021-05-19T10:16:28.150" v="940" actId="1036"/>
          <ac:cxnSpMkLst>
            <pc:docMk/>
            <pc:sldMk cId="2282750098" sldId="259"/>
            <ac:cxnSpMk id="52" creationId="{EB9B2815-B490-4163-ABA2-296D277770F2}"/>
          </ac:cxnSpMkLst>
        </pc:cxnChg>
        <pc:cxnChg chg="mod">
          <ac:chgData name="Jan Novak" userId="1a56226553c618a2" providerId="LiveId" clId="{9FAA64AD-F810-45BB-B981-E9E63187BCA3}" dt="2021-05-18T15:29:55.781" v="266" actId="1076"/>
          <ac:cxnSpMkLst>
            <pc:docMk/>
            <pc:sldMk cId="2282750098" sldId="259"/>
            <ac:cxnSpMk id="53" creationId="{F87AA5AB-3C14-428F-B20C-1EAB25AA9343}"/>
          </ac:cxnSpMkLst>
        </pc:cxnChg>
      </pc:sldChg>
      <pc:sldChg chg="modSp add mod">
        <pc:chgData name="Jan Novak" userId="1a56226553c618a2" providerId="LiveId" clId="{9FAA64AD-F810-45BB-B981-E9E63187BCA3}" dt="2021-05-19T10:20:27.569" v="1073" actId="122"/>
        <pc:sldMkLst>
          <pc:docMk/>
          <pc:sldMk cId="734554990" sldId="260"/>
        </pc:sldMkLst>
        <pc:spChg chg="mod">
          <ac:chgData name="Jan Novak" userId="1a56226553c618a2" providerId="LiveId" clId="{9FAA64AD-F810-45BB-B981-E9E63187BCA3}" dt="2021-05-19T10:20:27.569" v="1073" actId="122"/>
          <ac:spMkLst>
            <pc:docMk/>
            <pc:sldMk cId="734554990" sldId="260"/>
            <ac:spMk id="11" creationId="{947090E0-0CD6-4837-910D-38A12D225262}"/>
          </ac:spMkLst>
        </pc:spChg>
        <pc:spChg chg="mod">
          <ac:chgData name="Jan Novak" userId="1a56226553c618a2" providerId="LiveId" clId="{9FAA64AD-F810-45BB-B981-E9E63187BCA3}" dt="2021-05-19T10:10:37.881" v="861" actId="20577"/>
          <ac:spMkLst>
            <pc:docMk/>
            <pc:sldMk cId="734554990" sldId="260"/>
            <ac:spMk id="70" creationId="{D8EA0498-99C0-491E-98C4-D04AA98FDB46}"/>
          </ac:spMkLst>
        </pc:spChg>
        <pc:spChg chg="mod">
          <ac:chgData name="Jan Novak" userId="1a56226553c618a2" providerId="LiveId" clId="{9FAA64AD-F810-45BB-B981-E9E63187BCA3}" dt="2021-05-19T10:10:55.733" v="891" actId="13926"/>
          <ac:spMkLst>
            <pc:docMk/>
            <pc:sldMk cId="734554990" sldId="260"/>
            <ac:spMk id="72" creationId="{14256460-766F-4150-AF9C-7E01C0D0CF7E}"/>
          </ac:spMkLst>
        </pc:spChg>
        <pc:spChg chg="mod">
          <ac:chgData name="Jan Novak" userId="1a56226553c618a2" providerId="LiveId" clId="{9FAA64AD-F810-45BB-B981-E9E63187BCA3}" dt="2021-05-19T10:11:09.639" v="895" actId="207"/>
          <ac:spMkLst>
            <pc:docMk/>
            <pc:sldMk cId="734554990" sldId="260"/>
            <ac:spMk id="73" creationId="{3EC58F03-54DF-42F1-97EE-657F7B7E155E}"/>
          </ac:spMkLst>
        </pc:spChg>
        <pc:cxnChg chg="mod">
          <ac:chgData name="Jan Novak" userId="1a56226553c618a2" providerId="LiveId" clId="{9FAA64AD-F810-45BB-B981-E9E63187BCA3}" dt="2021-05-19T09:06:12.027" v="400" actId="1036"/>
          <ac:cxnSpMkLst>
            <pc:docMk/>
            <pc:sldMk cId="734554990" sldId="260"/>
            <ac:cxnSpMk id="52" creationId="{EB9B2815-B490-4163-ABA2-296D277770F2}"/>
          </ac:cxnSpMkLst>
        </pc:cxnChg>
        <pc:cxnChg chg="mod">
          <ac:chgData name="Jan Novak" userId="1a56226553c618a2" providerId="LiveId" clId="{9FAA64AD-F810-45BB-B981-E9E63187BCA3}" dt="2021-05-19T10:10:48.375" v="889" actId="1036"/>
          <ac:cxnSpMkLst>
            <pc:docMk/>
            <pc:sldMk cId="734554990" sldId="260"/>
            <ac:cxnSpMk id="53" creationId="{F87AA5AB-3C14-428F-B20C-1EAB25AA9343}"/>
          </ac:cxnSpMkLst>
        </pc:cxnChg>
      </pc:sldChg>
      <pc:sldChg chg="new del">
        <pc:chgData name="Jan Novak" userId="1a56226553c618a2" providerId="LiveId" clId="{9FAA64AD-F810-45BB-B981-E9E63187BCA3}" dt="2021-05-19T09:21:06.998" v="814" actId="47"/>
        <pc:sldMkLst>
          <pc:docMk/>
          <pc:sldMk cId="3870801544" sldId="261"/>
        </pc:sldMkLst>
      </pc:sldChg>
      <pc:sldChg chg="addSp delSp modSp add mod">
        <pc:chgData name="Jan Novak" userId="1a56226553c618a2" providerId="LiveId" clId="{9FAA64AD-F810-45BB-B981-E9E63187BCA3}" dt="2021-05-19T09:21:03.509" v="813" actId="14100"/>
        <pc:sldMkLst>
          <pc:docMk/>
          <pc:sldMk cId="1881862601" sldId="262"/>
        </pc:sldMkLst>
        <pc:spChg chg="add mod">
          <ac:chgData name="Jan Novak" userId="1a56226553c618a2" providerId="LiveId" clId="{9FAA64AD-F810-45BB-B981-E9E63187BCA3}" dt="2021-05-19T09:19:33.781" v="779" actId="1076"/>
          <ac:spMkLst>
            <pc:docMk/>
            <pc:sldMk cId="1881862601" sldId="262"/>
            <ac:spMk id="2" creationId="{318D2111-E167-408D-BAB2-F11C18CE7472}"/>
          </ac:spMkLst>
        </pc:spChg>
        <pc:spChg chg="mod">
          <ac:chgData name="Jan Novak" userId="1a56226553c618a2" providerId="LiveId" clId="{9FAA64AD-F810-45BB-B981-E9E63187BCA3}" dt="2021-05-19T09:09:01.889" v="466" actId="1076"/>
          <ac:spMkLst>
            <pc:docMk/>
            <pc:sldMk cId="1881862601" sldId="262"/>
            <ac:spMk id="4" creationId="{2B8C0C65-657F-4EB0-AF02-100929A4D373}"/>
          </ac:spMkLst>
        </pc:spChg>
        <pc:spChg chg="mod">
          <ac:chgData name="Jan Novak" userId="1a56226553c618a2" providerId="LiveId" clId="{9FAA64AD-F810-45BB-B981-E9E63187BCA3}" dt="2021-05-19T09:08:59.266" v="465" actId="1076"/>
          <ac:spMkLst>
            <pc:docMk/>
            <pc:sldMk cId="1881862601" sldId="262"/>
            <ac:spMk id="21" creationId="{0365F669-D175-4F40-8397-B6F87FE86503}"/>
          </ac:spMkLst>
        </pc:spChg>
        <pc:spChg chg="mod">
          <ac:chgData name="Jan Novak" userId="1a56226553c618a2" providerId="LiveId" clId="{9FAA64AD-F810-45BB-B981-E9E63187BCA3}" dt="2021-05-19T09:09:13.417" v="469" actId="1076"/>
          <ac:spMkLst>
            <pc:docMk/>
            <pc:sldMk cId="1881862601" sldId="262"/>
            <ac:spMk id="24" creationId="{BD3CC7E0-13A9-46F7-8772-B8A0846577AF}"/>
          </ac:spMkLst>
        </pc:spChg>
        <pc:spChg chg="mod">
          <ac:chgData name="Jan Novak" userId="1a56226553c618a2" providerId="LiveId" clId="{9FAA64AD-F810-45BB-B981-E9E63187BCA3}" dt="2021-05-19T09:08:57.057" v="464" actId="1076"/>
          <ac:spMkLst>
            <pc:docMk/>
            <pc:sldMk cId="1881862601" sldId="262"/>
            <ac:spMk id="26" creationId="{52E108F8-07C8-4C8C-BF72-29158009A8FA}"/>
          </ac:spMkLst>
        </pc:spChg>
        <pc:spChg chg="mod">
          <ac:chgData name="Jan Novak" userId="1a56226553c618a2" providerId="LiveId" clId="{9FAA64AD-F810-45BB-B981-E9E63187BCA3}" dt="2021-05-19T09:09:10.590" v="468" actId="1076"/>
          <ac:spMkLst>
            <pc:docMk/>
            <pc:sldMk cId="1881862601" sldId="262"/>
            <ac:spMk id="31" creationId="{C74BB569-B69F-4346-BD8C-524D08E8D60B}"/>
          </ac:spMkLst>
        </pc:spChg>
        <pc:spChg chg="mod">
          <ac:chgData name="Jan Novak" userId="1a56226553c618a2" providerId="LiveId" clId="{9FAA64AD-F810-45BB-B981-E9E63187BCA3}" dt="2021-05-19T09:08:41.919" v="461" actId="20577"/>
          <ac:spMkLst>
            <pc:docMk/>
            <pc:sldMk cId="1881862601" sldId="262"/>
            <ac:spMk id="34" creationId="{80FE16EA-ED49-43A9-86F4-64023BB167B8}"/>
          </ac:spMkLst>
        </pc:spChg>
        <pc:spChg chg="del mod">
          <ac:chgData name="Jan Novak" userId="1a56226553c618a2" providerId="LiveId" clId="{9FAA64AD-F810-45BB-B981-E9E63187BCA3}" dt="2021-05-19T09:10:12.703" v="531" actId="478"/>
          <ac:spMkLst>
            <pc:docMk/>
            <pc:sldMk cId="1881862601" sldId="262"/>
            <ac:spMk id="35" creationId="{BEB8170F-0BC6-41F0-8C78-E0ECE0A60141}"/>
          </ac:spMkLst>
        </pc:spChg>
        <pc:spChg chg="add mod">
          <ac:chgData name="Jan Novak" userId="1a56226553c618a2" providerId="LiveId" clId="{9FAA64AD-F810-45BB-B981-E9E63187BCA3}" dt="2021-05-19T09:19:33.781" v="779" actId="1076"/>
          <ac:spMkLst>
            <pc:docMk/>
            <pc:sldMk cId="1881862601" sldId="262"/>
            <ac:spMk id="44" creationId="{C21D7972-7A22-49C1-BD9E-AA17F6F38023}"/>
          </ac:spMkLst>
        </pc:spChg>
        <pc:spChg chg="add mod">
          <ac:chgData name="Jan Novak" userId="1a56226553c618a2" providerId="LiveId" clId="{9FAA64AD-F810-45BB-B981-E9E63187BCA3}" dt="2021-05-19T09:19:33.781" v="779" actId="1076"/>
          <ac:spMkLst>
            <pc:docMk/>
            <pc:sldMk cId="1881862601" sldId="262"/>
            <ac:spMk id="45" creationId="{D1514821-BCD2-4222-B69E-345A707FDAC7}"/>
          </ac:spMkLst>
        </pc:spChg>
        <pc:spChg chg="add mod">
          <ac:chgData name="Jan Novak" userId="1a56226553c618a2" providerId="LiveId" clId="{9FAA64AD-F810-45BB-B981-E9E63187BCA3}" dt="2021-05-19T09:19:33.781" v="779" actId="1076"/>
          <ac:spMkLst>
            <pc:docMk/>
            <pc:sldMk cId="1881862601" sldId="262"/>
            <ac:spMk id="46" creationId="{7E7475F4-9196-420C-B60E-141AE443C6B5}"/>
          </ac:spMkLst>
        </pc:spChg>
        <pc:spChg chg="add mod">
          <ac:chgData name="Jan Novak" userId="1a56226553c618a2" providerId="LiveId" clId="{9FAA64AD-F810-45BB-B981-E9E63187BCA3}" dt="2021-05-19T09:19:33.781" v="779" actId="1076"/>
          <ac:spMkLst>
            <pc:docMk/>
            <pc:sldMk cId="1881862601" sldId="262"/>
            <ac:spMk id="48" creationId="{311F87C8-7869-4E11-9BC8-DF4A4EB56A08}"/>
          </ac:spMkLst>
        </pc:spChg>
        <pc:spChg chg="mod">
          <ac:chgData name="Jan Novak" userId="1a56226553c618a2" providerId="LiveId" clId="{9FAA64AD-F810-45BB-B981-E9E63187BCA3}" dt="2021-05-19T09:19:27.156" v="778" actId="1076"/>
          <ac:spMkLst>
            <pc:docMk/>
            <pc:sldMk cId="1881862601" sldId="262"/>
            <ac:spMk id="52" creationId="{510C7DC4-A32E-419D-B991-8B631F4B93C1}"/>
          </ac:spMkLst>
        </pc:spChg>
        <pc:spChg chg="del mod">
          <ac:chgData name="Jan Novak" userId="1a56226553c618a2" providerId="LiveId" clId="{9FAA64AD-F810-45BB-B981-E9E63187BCA3}" dt="2021-05-19T09:10:06.025" v="528" actId="478"/>
          <ac:spMkLst>
            <pc:docMk/>
            <pc:sldMk cId="1881862601" sldId="262"/>
            <ac:spMk id="53" creationId="{A35F821D-3F83-4012-8249-B7F36BFD7D73}"/>
          </ac:spMkLst>
        </pc:spChg>
        <pc:spChg chg="add mod">
          <ac:chgData name="Jan Novak" userId="1a56226553c618a2" providerId="LiveId" clId="{9FAA64AD-F810-45BB-B981-E9E63187BCA3}" dt="2021-05-19T09:19:33.781" v="779" actId="1076"/>
          <ac:spMkLst>
            <pc:docMk/>
            <pc:sldMk cId="1881862601" sldId="262"/>
            <ac:spMk id="54" creationId="{D6DAAD31-A8FC-46B1-9F91-AC1566CAD959}"/>
          </ac:spMkLst>
        </pc:spChg>
        <pc:spChg chg="add mod">
          <ac:chgData name="Jan Novak" userId="1a56226553c618a2" providerId="LiveId" clId="{9FAA64AD-F810-45BB-B981-E9E63187BCA3}" dt="2021-05-19T09:20:05.553" v="794" actId="1076"/>
          <ac:spMkLst>
            <pc:docMk/>
            <pc:sldMk cId="1881862601" sldId="262"/>
            <ac:spMk id="55" creationId="{2645232A-3B0D-4992-8146-8AA74E5FF555}"/>
          </ac:spMkLst>
        </pc:spChg>
        <pc:spChg chg="del">
          <ac:chgData name="Jan Novak" userId="1a56226553c618a2" providerId="LiveId" clId="{9FAA64AD-F810-45BB-B981-E9E63187BCA3}" dt="2021-05-19T09:19:21.464" v="777" actId="478"/>
          <ac:spMkLst>
            <pc:docMk/>
            <pc:sldMk cId="1881862601" sldId="262"/>
            <ac:spMk id="70" creationId="{D8EA0498-99C0-491E-98C4-D04AA98FDB46}"/>
          </ac:spMkLst>
        </pc:spChg>
        <pc:spChg chg="del">
          <ac:chgData name="Jan Novak" userId="1a56226553c618a2" providerId="LiveId" clId="{9FAA64AD-F810-45BB-B981-E9E63187BCA3}" dt="2021-05-19T09:19:21.464" v="777" actId="478"/>
          <ac:spMkLst>
            <pc:docMk/>
            <pc:sldMk cId="1881862601" sldId="262"/>
            <ac:spMk id="72" creationId="{14256460-766F-4150-AF9C-7E01C0D0CF7E}"/>
          </ac:spMkLst>
        </pc:spChg>
        <pc:spChg chg="del">
          <ac:chgData name="Jan Novak" userId="1a56226553c618a2" providerId="LiveId" clId="{9FAA64AD-F810-45BB-B981-E9E63187BCA3}" dt="2021-05-19T09:19:21.464" v="777" actId="478"/>
          <ac:spMkLst>
            <pc:docMk/>
            <pc:sldMk cId="1881862601" sldId="262"/>
            <ac:spMk id="73" creationId="{3EC58F03-54DF-42F1-97EE-657F7B7E155E}"/>
          </ac:spMkLst>
        </pc:spChg>
        <pc:grpChg chg="del mod">
          <ac:chgData name="Jan Novak" userId="1a56226553c618a2" providerId="LiveId" clId="{9FAA64AD-F810-45BB-B981-E9E63187BCA3}" dt="2021-05-19T09:10:10.205" v="530" actId="478"/>
          <ac:grpSpMkLst>
            <pc:docMk/>
            <pc:sldMk cId="1881862601" sldId="262"/>
            <ac:grpSpMk id="32" creationId="{76911B32-B443-4C6F-9223-9D4DCC8E2858}"/>
          </ac:grpSpMkLst>
        </pc:grpChg>
        <pc:grpChg chg="del">
          <ac:chgData name="Jan Novak" userId="1a56226553c618a2" providerId="LiveId" clId="{9FAA64AD-F810-45BB-B981-E9E63187BCA3}" dt="2021-05-19T09:10:08.210" v="529" actId="478"/>
          <ac:grpSpMkLst>
            <pc:docMk/>
            <pc:sldMk cId="1881862601" sldId="262"/>
            <ac:grpSpMk id="33" creationId="{240254B1-D4EF-43F0-B562-4778171E05EA}"/>
          </ac:grpSpMkLst>
        </pc:grpChg>
        <pc:grpChg chg="del">
          <ac:chgData name="Jan Novak" userId="1a56226553c618a2" providerId="LiveId" clId="{9FAA64AD-F810-45BB-B981-E9E63187BCA3}" dt="2021-05-19T09:19:21.464" v="777" actId="478"/>
          <ac:grpSpMkLst>
            <pc:docMk/>
            <pc:sldMk cId="1881862601" sldId="262"/>
            <ac:grpSpMk id="56" creationId="{5B112737-48AB-438F-A59B-C177E9F74FAF}"/>
          </ac:grpSpMkLst>
        </pc:grpChg>
        <pc:grpChg chg="del">
          <ac:chgData name="Jan Novak" userId="1a56226553c618a2" providerId="LiveId" clId="{9FAA64AD-F810-45BB-B981-E9E63187BCA3}" dt="2021-05-19T09:19:21.464" v="777" actId="478"/>
          <ac:grpSpMkLst>
            <pc:docMk/>
            <pc:sldMk cId="1881862601" sldId="262"/>
            <ac:grpSpMk id="61" creationId="{C4992030-BA7A-41F2-AF76-ADA3CE2578BD}"/>
          </ac:grpSpMkLst>
        </pc:grpChg>
        <pc:picChg chg="mod">
          <ac:chgData name="Jan Novak" userId="1a56226553c618a2" providerId="LiveId" clId="{9FAA64AD-F810-45BB-B981-E9E63187BCA3}" dt="2021-05-19T09:09:14.947" v="470" actId="1076"/>
          <ac:picMkLst>
            <pc:docMk/>
            <pc:sldMk cId="1881862601" sldId="262"/>
            <ac:picMk id="23" creationId="{4B0F1DAB-7C4B-4819-B7E9-D2226C2645C3}"/>
          </ac:picMkLst>
        </pc:picChg>
        <pc:cxnChg chg="add mod">
          <ac:chgData name="Jan Novak" userId="1a56226553c618a2" providerId="LiveId" clId="{9FAA64AD-F810-45BB-B981-E9E63187BCA3}" dt="2021-05-19T09:20:22.561" v="799" actId="14100"/>
          <ac:cxnSpMkLst>
            <pc:docMk/>
            <pc:sldMk cId="1881862601" sldId="262"/>
            <ac:cxnSpMk id="5" creationId="{F5758A76-C064-4AFE-832D-FB8550DAA009}"/>
          </ac:cxnSpMkLst>
        </pc:cxnChg>
        <pc:cxnChg chg="mod">
          <ac:chgData name="Jan Novak" userId="1a56226553c618a2" providerId="LiveId" clId="{9FAA64AD-F810-45BB-B981-E9E63187BCA3}" dt="2021-05-19T09:10:10.205" v="530" actId="478"/>
          <ac:cxnSpMkLst>
            <pc:docMk/>
            <pc:sldMk cId="1881862601" sldId="262"/>
            <ac:cxnSpMk id="6" creationId="{E641A35A-BF45-4255-84B1-6CCE03DBAAD2}"/>
          </ac:cxnSpMkLst>
        </pc:cxnChg>
        <pc:cxnChg chg="del">
          <ac:chgData name="Jan Novak" userId="1a56226553c618a2" providerId="LiveId" clId="{9FAA64AD-F810-45BB-B981-E9E63187BCA3}" dt="2021-05-19T09:19:21.464" v="777" actId="478"/>
          <ac:cxnSpMkLst>
            <pc:docMk/>
            <pc:sldMk cId="1881862601" sldId="262"/>
            <ac:cxnSpMk id="51" creationId="{275C1E9B-3F7F-4D56-BE08-C3D22DA55F73}"/>
          </ac:cxnSpMkLst>
        </pc:cxnChg>
        <pc:cxnChg chg="mod">
          <ac:chgData name="Jan Novak" userId="1a56226553c618a2" providerId="LiveId" clId="{9FAA64AD-F810-45BB-B981-E9E63187BCA3}" dt="2021-05-19T09:19:21.464" v="777" actId="478"/>
          <ac:cxnSpMkLst>
            <pc:docMk/>
            <pc:sldMk cId="1881862601" sldId="262"/>
            <ac:cxnSpMk id="66" creationId="{E7D9F68D-F65D-49CA-AEBC-CEDA580E0573}"/>
          </ac:cxnSpMkLst>
        </pc:cxnChg>
        <pc:cxnChg chg="del">
          <ac:chgData name="Jan Novak" userId="1a56226553c618a2" providerId="LiveId" clId="{9FAA64AD-F810-45BB-B981-E9E63187BCA3}" dt="2021-05-19T09:19:21.464" v="777" actId="478"/>
          <ac:cxnSpMkLst>
            <pc:docMk/>
            <pc:sldMk cId="1881862601" sldId="262"/>
            <ac:cxnSpMk id="71" creationId="{EDD74C6F-676D-40EA-8988-86AE11A6FFE8}"/>
          </ac:cxnSpMkLst>
        </pc:cxnChg>
        <pc:cxnChg chg="add mod">
          <ac:chgData name="Jan Novak" userId="1a56226553c618a2" providerId="LiveId" clId="{9FAA64AD-F810-45BB-B981-E9E63187BCA3}" dt="2021-05-19T09:20:14.550" v="797" actId="14100"/>
          <ac:cxnSpMkLst>
            <pc:docMk/>
            <pc:sldMk cId="1881862601" sldId="262"/>
            <ac:cxnSpMk id="74" creationId="{7FE736A8-DE42-428E-B541-9424B2295FF4}"/>
          </ac:cxnSpMkLst>
        </pc:cxnChg>
        <pc:cxnChg chg="del">
          <ac:chgData name="Jan Novak" userId="1a56226553c618a2" providerId="LiveId" clId="{9FAA64AD-F810-45BB-B981-E9E63187BCA3}" dt="2021-05-19T09:19:21.464" v="777" actId="478"/>
          <ac:cxnSpMkLst>
            <pc:docMk/>
            <pc:sldMk cId="1881862601" sldId="262"/>
            <ac:cxnSpMk id="75" creationId="{2A07C2FC-9732-4F24-9B36-9362D4B405F4}"/>
          </ac:cxnSpMkLst>
        </pc:cxnChg>
        <pc:cxnChg chg="add mod">
          <ac:chgData name="Jan Novak" userId="1a56226553c618a2" providerId="LiveId" clId="{9FAA64AD-F810-45BB-B981-E9E63187BCA3}" dt="2021-05-19T09:20:29.147" v="801" actId="14100"/>
          <ac:cxnSpMkLst>
            <pc:docMk/>
            <pc:sldMk cId="1881862601" sldId="262"/>
            <ac:cxnSpMk id="76" creationId="{F2A1F9F8-72E6-44CA-8668-AEBEAF78D515}"/>
          </ac:cxnSpMkLst>
        </pc:cxnChg>
        <pc:cxnChg chg="add mod">
          <ac:chgData name="Jan Novak" userId="1a56226553c618a2" providerId="LiveId" clId="{9FAA64AD-F810-45BB-B981-E9E63187BCA3}" dt="2021-05-19T09:20:38.772" v="804" actId="14100"/>
          <ac:cxnSpMkLst>
            <pc:docMk/>
            <pc:sldMk cId="1881862601" sldId="262"/>
            <ac:cxnSpMk id="77" creationId="{7F9F7894-F2C1-4A48-891E-EA02E7C2785E}"/>
          </ac:cxnSpMkLst>
        </pc:cxnChg>
        <pc:cxnChg chg="del">
          <ac:chgData name="Jan Novak" userId="1a56226553c618a2" providerId="LiveId" clId="{9FAA64AD-F810-45BB-B981-E9E63187BCA3}" dt="2021-05-19T09:19:21.464" v="777" actId="478"/>
          <ac:cxnSpMkLst>
            <pc:docMk/>
            <pc:sldMk cId="1881862601" sldId="262"/>
            <ac:cxnSpMk id="78" creationId="{E1427B8E-0234-44F3-B773-BB4D64842B67}"/>
          </ac:cxnSpMkLst>
        </pc:cxnChg>
        <pc:cxnChg chg="add mod">
          <ac:chgData name="Jan Novak" userId="1a56226553c618a2" providerId="LiveId" clId="{9FAA64AD-F810-45BB-B981-E9E63187BCA3}" dt="2021-05-19T09:20:47.951" v="807" actId="14100"/>
          <ac:cxnSpMkLst>
            <pc:docMk/>
            <pc:sldMk cId="1881862601" sldId="262"/>
            <ac:cxnSpMk id="79" creationId="{4B5913B0-49A4-406D-9F63-5B52610E7652}"/>
          </ac:cxnSpMkLst>
        </pc:cxnChg>
        <pc:cxnChg chg="add mod">
          <ac:chgData name="Jan Novak" userId="1a56226553c618a2" providerId="LiveId" clId="{9FAA64AD-F810-45BB-B981-E9E63187BCA3}" dt="2021-05-19T09:20:54.053" v="810" actId="14100"/>
          <ac:cxnSpMkLst>
            <pc:docMk/>
            <pc:sldMk cId="1881862601" sldId="262"/>
            <ac:cxnSpMk id="80" creationId="{E8ED5187-D9B7-4E76-843D-827B8AAD536D}"/>
          </ac:cxnSpMkLst>
        </pc:cxnChg>
        <pc:cxnChg chg="add mod">
          <ac:chgData name="Jan Novak" userId="1a56226553c618a2" providerId="LiveId" clId="{9FAA64AD-F810-45BB-B981-E9E63187BCA3}" dt="2021-05-19T09:21:03.509" v="813" actId="14100"/>
          <ac:cxnSpMkLst>
            <pc:docMk/>
            <pc:sldMk cId="1881862601" sldId="262"/>
            <ac:cxnSpMk id="81" creationId="{4B4BED23-8171-43E9-8860-876340D6F6CE}"/>
          </ac:cxnSpMkLst>
        </pc:cxnChg>
      </pc:sldChg>
      <pc:sldChg chg="modSp new mod">
        <pc:chgData name="Jan Novak" userId="1a56226553c618a2" providerId="LiveId" clId="{9FAA64AD-F810-45BB-B981-E9E63187BCA3}" dt="2021-05-19T10:06:23.824" v="847" actId="20577"/>
        <pc:sldMkLst>
          <pc:docMk/>
          <pc:sldMk cId="1443493946" sldId="263"/>
        </pc:sldMkLst>
        <pc:spChg chg="mod">
          <ac:chgData name="Jan Novak" userId="1a56226553c618a2" providerId="LiveId" clId="{9FAA64AD-F810-45BB-B981-E9E63187BCA3}" dt="2021-05-19T10:06:23.824" v="847" actId="20577"/>
          <ac:spMkLst>
            <pc:docMk/>
            <pc:sldMk cId="1443493946" sldId="263"/>
            <ac:spMk id="2" creationId="{C23A54BA-1BEB-4718-9DCD-749D95F39F74}"/>
          </ac:spMkLst>
        </pc:spChg>
      </pc:sldChg>
      <pc:sldChg chg="modSp add del mod">
        <pc:chgData name="Jan Novak" userId="1a56226553c618a2" providerId="LiveId" clId="{9FAA64AD-F810-45BB-B981-E9E63187BCA3}" dt="2021-05-19T10:16:49.111" v="942" actId="47"/>
        <pc:sldMkLst>
          <pc:docMk/>
          <pc:sldMk cId="2657742292" sldId="264"/>
        </pc:sldMkLst>
        <pc:spChg chg="mod">
          <ac:chgData name="Jan Novak" userId="1a56226553c618a2" providerId="LiveId" clId="{9FAA64AD-F810-45BB-B981-E9E63187BCA3}" dt="2021-05-19T10:15:51.755" v="916" actId="20577"/>
          <ac:spMkLst>
            <pc:docMk/>
            <pc:sldMk cId="2657742292" sldId="264"/>
            <ac:spMk id="70" creationId="{D8EA0498-99C0-491E-98C4-D04AA98FDB46}"/>
          </ac:spMkLst>
        </pc:spChg>
      </pc:sldChg>
      <pc:sldChg chg="addSp modSp add mod">
        <pc:chgData name="Jan Novak" userId="1a56226553c618a2" providerId="LiveId" clId="{9FAA64AD-F810-45BB-B981-E9E63187BCA3}" dt="2021-05-19T10:19:20.874" v="1071" actId="1036"/>
        <pc:sldMkLst>
          <pc:docMk/>
          <pc:sldMk cId="2074183465" sldId="265"/>
        </pc:sldMkLst>
        <pc:spChg chg="mod">
          <ac:chgData name="Jan Novak" userId="1a56226553c618a2" providerId="LiveId" clId="{9FAA64AD-F810-45BB-B981-E9E63187BCA3}" dt="2021-05-19T10:18:59.086" v="1064" actId="20577"/>
          <ac:spMkLst>
            <pc:docMk/>
            <pc:sldMk cId="2074183465" sldId="265"/>
            <ac:spMk id="11" creationId="{947090E0-0CD6-4837-910D-38A12D225262}"/>
          </ac:spMkLst>
        </pc:spChg>
        <pc:spChg chg="mod">
          <ac:chgData name="Jan Novak" userId="1a56226553c618a2" providerId="LiveId" clId="{9FAA64AD-F810-45BB-B981-E9E63187BCA3}" dt="2021-05-19T10:16:52.377" v="944" actId="20577"/>
          <ac:spMkLst>
            <pc:docMk/>
            <pc:sldMk cId="2074183465" sldId="265"/>
            <ac:spMk id="70" creationId="{D8EA0498-99C0-491E-98C4-D04AA98FDB46}"/>
          </ac:spMkLst>
        </pc:spChg>
        <pc:spChg chg="mod">
          <ac:chgData name="Jan Novak" userId="1a56226553c618a2" providerId="LiveId" clId="{9FAA64AD-F810-45BB-B981-E9E63187BCA3}" dt="2021-05-19T10:18:07.843" v="993" actId="13926"/>
          <ac:spMkLst>
            <pc:docMk/>
            <pc:sldMk cId="2074183465" sldId="265"/>
            <ac:spMk id="72" creationId="{14256460-766F-4150-AF9C-7E01C0D0CF7E}"/>
          </ac:spMkLst>
        </pc:spChg>
        <pc:spChg chg="mod">
          <ac:chgData name="Jan Novak" userId="1a56226553c618a2" providerId="LiveId" clId="{9FAA64AD-F810-45BB-B981-E9E63187BCA3}" dt="2021-05-19T10:18:40.434" v="1030" actId="20577"/>
          <ac:spMkLst>
            <pc:docMk/>
            <pc:sldMk cId="2074183465" sldId="265"/>
            <ac:spMk id="73" creationId="{3EC58F03-54DF-42F1-97EE-657F7B7E155E}"/>
          </ac:spMkLst>
        </pc:spChg>
        <pc:picChg chg="add mod">
          <ac:chgData name="Jan Novak" userId="1a56226553c618a2" providerId="LiveId" clId="{9FAA64AD-F810-45BB-B981-E9E63187BCA3}" dt="2021-05-19T10:19:20.874" v="1071" actId="1036"/>
          <ac:picMkLst>
            <pc:docMk/>
            <pc:sldMk cId="2074183465" sldId="265"/>
            <ac:picMk id="46" creationId="{59A8C0C7-797E-4042-B01B-4931D6D5EC39}"/>
          </ac:picMkLst>
        </pc:picChg>
        <pc:cxnChg chg="mod">
          <ac:chgData name="Jan Novak" userId="1a56226553c618a2" providerId="LiveId" clId="{9FAA64AD-F810-45BB-B981-E9E63187BCA3}" dt="2021-05-19T10:18:51.916" v="1054" actId="1035"/>
          <ac:cxnSpMkLst>
            <pc:docMk/>
            <pc:sldMk cId="2074183465" sldId="265"/>
            <ac:cxnSpMk id="45" creationId="{0D26B08D-216B-4B63-9014-29B074149F5A}"/>
          </ac:cxnSpMkLst>
        </pc:cxnChg>
        <pc:cxnChg chg="mod">
          <ac:chgData name="Jan Novak" userId="1a56226553c618a2" providerId="LiveId" clId="{9FAA64AD-F810-45BB-B981-E9E63187BCA3}" dt="2021-05-19T10:18:12.728" v="1014" actId="1036"/>
          <ac:cxnSpMkLst>
            <pc:docMk/>
            <pc:sldMk cId="2074183465" sldId="265"/>
            <ac:cxnSpMk id="52" creationId="{EB9B2815-B490-4163-ABA2-296D277770F2}"/>
          </ac:cxnSpMkLst>
        </pc:cxnChg>
        <pc:cxnChg chg="mod">
          <ac:chgData name="Jan Novak" userId="1a56226553c618a2" providerId="LiveId" clId="{9FAA64AD-F810-45BB-B981-E9E63187BCA3}" dt="2021-05-19T10:17:10.917" v="967" actId="1035"/>
          <ac:cxnSpMkLst>
            <pc:docMk/>
            <pc:sldMk cId="2074183465" sldId="265"/>
            <ac:cxnSpMk id="53" creationId="{F87AA5AB-3C14-428F-B20C-1EAB25AA9343}"/>
          </ac:cxnSpMkLst>
        </pc:cxnChg>
        <pc:cxnChg chg="mod">
          <ac:chgData name="Jan Novak" userId="1a56226553c618a2" providerId="LiveId" clId="{9FAA64AD-F810-45BB-B981-E9E63187BCA3}" dt="2021-05-19T10:17:38.280" v="969" actId="1076"/>
          <ac:cxnSpMkLst>
            <pc:docMk/>
            <pc:sldMk cId="2074183465" sldId="265"/>
            <ac:cxnSpMk id="71" creationId="{EDD74C6F-676D-40EA-8988-86AE11A6FFE8}"/>
          </ac:cxnSpMkLst>
        </pc:cxnChg>
      </pc:sldChg>
      <pc:sldChg chg="addSp modSp add mod">
        <pc:chgData name="Jan Novak" userId="1a56226553c618a2" providerId="LiveId" clId="{9FAA64AD-F810-45BB-B981-E9E63187BCA3}" dt="2021-05-19T10:22:55.185" v="1162" actId="20577"/>
        <pc:sldMkLst>
          <pc:docMk/>
          <pc:sldMk cId="2720399689" sldId="266"/>
        </pc:sldMkLst>
        <pc:spChg chg="add mod">
          <ac:chgData name="Jan Novak" userId="1a56226553c618a2" providerId="LiveId" clId="{9FAA64AD-F810-45BB-B981-E9E63187BCA3}" dt="2021-05-19T10:22:55.185" v="1162" actId="20577"/>
          <ac:spMkLst>
            <pc:docMk/>
            <pc:sldMk cId="2720399689" sldId="266"/>
            <ac:spMk id="2" creationId="{BBF1E3C8-CE66-4463-8CE7-615DCCA12532}"/>
          </ac:spMkLst>
        </pc:spChg>
      </pc:sldChg>
      <pc:sldChg chg="modSp add mod ord">
        <pc:chgData name="Jan Novak" userId="1a56226553c618a2" providerId="LiveId" clId="{9FAA64AD-F810-45BB-B981-E9E63187BCA3}" dt="2021-05-25T13:43:36.819" v="5136" actId="20577"/>
        <pc:sldMkLst>
          <pc:docMk/>
          <pc:sldMk cId="4146120142" sldId="267"/>
        </pc:sldMkLst>
        <pc:spChg chg="mod">
          <ac:chgData name="Jan Novak" userId="1a56226553c618a2" providerId="LiveId" clId="{9FAA64AD-F810-45BB-B981-E9E63187BCA3}" dt="2021-05-19T10:24:45.649" v="1188" actId="20577"/>
          <ac:spMkLst>
            <pc:docMk/>
            <pc:sldMk cId="4146120142" sldId="267"/>
            <ac:spMk id="2" creationId="{C23A54BA-1BEB-4718-9DCD-749D95F39F74}"/>
          </ac:spMkLst>
        </pc:spChg>
        <pc:spChg chg="mod">
          <ac:chgData name="Jan Novak" userId="1a56226553c618a2" providerId="LiveId" clId="{9FAA64AD-F810-45BB-B981-E9E63187BCA3}" dt="2021-05-25T13:43:36.819" v="5136" actId="20577"/>
          <ac:spMkLst>
            <pc:docMk/>
            <pc:sldMk cId="4146120142" sldId="267"/>
            <ac:spMk id="3" creationId="{964D1DCF-76E2-4269-9674-DD87BAB6112D}"/>
          </ac:spMkLst>
        </pc:spChg>
      </pc:sldChg>
      <pc:sldChg chg="modSp add mod">
        <pc:chgData name="Jan Novak" userId="1a56226553c618a2" providerId="LiveId" clId="{9FAA64AD-F810-45BB-B981-E9E63187BCA3}" dt="2021-05-19T12:18:46.503" v="3634" actId="14100"/>
        <pc:sldMkLst>
          <pc:docMk/>
          <pc:sldMk cId="2495677833" sldId="268"/>
        </pc:sldMkLst>
        <pc:spChg chg="mod">
          <ac:chgData name="Jan Novak" userId="1a56226553c618a2" providerId="LiveId" clId="{9FAA64AD-F810-45BB-B981-E9E63187BCA3}" dt="2021-05-19T10:32:14.332" v="1451" actId="20577"/>
          <ac:spMkLst>
            <pc:docMk/>
            <pc:sldMk cId="2495677833" sldId="268"/>
            <ac:spMk id="2" creationId="{C23A54BA-1BEB-4718-9DCD-749D95F39F74}"/>
          </ac:spMkLst>
        </pc:spChg>
        <pc:spChg chg="mod">
          <ac:chgData name="Jan Novak" userId="1a56226553c618a2" providerId="LiveId" clId="{9FAA64AD-F810-45BB-B981-E9E63187BCA3}" dt="2021-05-19T12:18:46.503" v="3634" actId="14100"/>
          <ac:spMkLst>
            <pc:docMk/>
            <pc:sldMk cId="2495677833" sldId="268"/>
            <ac:spMk id="3" creationId="{964D1DCF-76E2-4269-9674-DD87BAB6112D}"/>
          </ac:spMkLst>
        </pc:spChg>
      </pc:sldChg>
      <pc:sldChg chg="addSp delSp modSp add mod ord">
        <pc:chgData name="Jan Novak" userId="1a56226553c618a2" providerId="LiveId" clId="{9FAA64AD-F810-45BB-B981-E9E63187BCA3}" dt="2021-05-26T11:04:57.073" v="5704" actId="688"/>
        <pc:sldMkLst>
          <pc:docMk/>
          <pc:sldMk cId="3006348504" sldId="269"/>
        </pc:sldMkLst>
        <pc:spChg chg="mod">
          <ac:chgData name="Jan Novak" userId="1a56226553c618a2" providerId="LiveId" clId="{9FAA64AD-F810-45BB-B981-E9E63187BCA3}" dt="2021-05-25T15:16:34.468" v="5571" actId="14100"/>
          <ac:spMkLst>
            <pc:docMk/>
            <pc:sldMk cId="3006348504" sldId="269"/>
            <ac:spMk id="2" creationId="{C23A54BA-1BEB-4718-9DCD-749D95F39F74}"/>
          </ac:spMkLst>
        </pc:spChg>
        <pc:spChg chg="del">
          <ac:chgData name="Jan Novak" userId="1a56226553c618a2" providerId="LiveId" clId="{9FAA64AD-F810-45BB-B981-E9E63187BCA3}" dt="2021-05-19T11:49:48.225" v="3399" actId="478"/>
          <ac:spMkLst>
            <pc:docMk/>
            <pc:sldMk cId="3006348504" sldId="269"/>
            <ac:spMk id="3" creationId="{964D1DCF-76E2-4269-9674-DD87BAB6112D}"/>
          </ac:spMkLst>
        </pc:spChg>
        <pc:spChg chg="add del mod">
          <ac:chgData name="Jan Novak" userId="1a56226553c618a2" providerId="LiveId" clId="{9FAA64AD-F810-45BB-B981-E9E63187BCA3}" dt="2021-05-19T11:49:50.213" v="3400" actId="478"/>
          <ac:spMkLst>
            <pc:docMk/>
            <pc:sldMk cId="3006348504" sldId="269"/>
            <ac:spMk id="5" creationId="{D0454BE6-CF42-4F0D-80A8-5840989CDD76}"/>
          </ac:spMkLst>
        </pc:spChg>
        <pc:spChg chg="add del mod">
          <ac:chgData name="Jan Novak" userId="1a56226553c618a2" providerId="LiveId" clId="{9FAA64AD-F810-45BB-B981-E9E63187BCA3}" dt="2021-05-19T11:52:08.590" v="3454" actId="478"/>
          <ac:spMkLst>
            <pc:docMk/>
            <pc:sldMk cId="3006348504" sldId="269"/>
            <ac:spMk id="6" creationId="{77A95B2A-7D4A-45A3-BA0C-91E0FB098C96}"/>
          </ac:spMkLst>
        </pc:spChg>
        <pc:spChg chg="add mod ord">
          <ac:chgData name="Jan Novak" userId="1a56226553c618a2" providerId="LiveId" clId="{9FAA64AD-F810-45BB-B981-E9E63187BCA3}" dt="2021-05-25T15:12:05.210" v="5462" actId="164"/>
          <ac:spMkLst>
            <pc:docMk/>
            <pc:sldMk cId="3006348504" sldId="269"/>
            <ac:spMk id="7" creationId="{8BF3DF5D-8E7F-45ED-8EDF-FE511ECDC965}"/>
          </ac:spMkLst>
        </pc:spChg>
        <pc:spChg chg="add del mod">
          <ac:chgData name="Jan Novak" userId="1a56226553c618a2" providerId="LiveId" clId="{9FAA64AD-F810-45BB-B981-E9E63187BCA3}" dt="2021-05-25T14:54:31.849" v="5205" actId="478"/>
          <ac:spMkLst>
            <pc:docMk/>
            <pc:sldMk cId="3006348504" sldId="269"/>
            <ac:spMk id="8" creationId="{4A5A0BF0-662D-4074-8C92-6BBD219884AB}"/>
          </ac:spMkLst>
        </pc:spChg>
        <pc:spChg chg="add mod">
          <ac:chgData name="Jan Novak" userId="1a56226553c618a2" providerId="LiveId" clId="{9FAA64AD-F810-45BB-B981-E9E63187BCA3}" dt="2021-05-25T14:59:33.107" v="5264" actId="164"/>
          <ac:spMkLst>
            <pc:docMk/>
            <pc:sldMk cId="3006348504" sldId="269"/>
            <ac:spMk id="11" creationId="{23C4310B-1D46-457B-8878-38A9C528BA34}"/>
          </ac:spMkLst>
        </pc:spChg>
        <pc:spChg chg="add mod">
          <ac:chgData name="Jan Novak" userId="1a56226553c618a2" providerId="LiveId" clId="{9FAA64AD-F810-45BB-B981-E9E63187BCA3}" dt="2021-05-25T14:57:46.804" v="5254" actId="164"/>
          <ac:spMkLst>
            <pc:docMk/>
            <pc:sldMk cId="3006348504" sldId="269"/>
            <ac:spMk id="13" creationId="{B5FF3252-C478-4701-8D54-CFE3DD0085A5}"/>
          </ac:spMkLst>
        </pc:spChg>
        <pc:spChg chg="add mod">
          <ac:chgData name="Jan Novak" userId="1a56226553c618a2" providerId="LiveId" clId="{9FAA64AD-F810-45BB-B981-E9E63187BCA3}" dt="2021-05-25T15:17:10.350" v="5577" actId="1076"/>
          <ac:spMkLst>
            <pc:docMk/>
            <pc:sldMk cId="3006348504" sldId="269"/>
            <ac:spMk id="15" creationId="{5F5F2BC9-5000-4378-9306-BAC00BA0C7B0}"/>
          </ac:spMkLst>
        </pc:spChg>
        <pc:spChg chg="add del mod">
          <ac:chgData name="Jan Novak" userId="1a56226553c618a2" providerId="LiveId" clId="{9FAA64AD-F810-45BB-B981-E9E63187BCA3}" dt="2021-05-25T14:54:19.866" v="5201" actId="478"/>
          <ac:spMkLst>
            <pc:docMk/>
            <pc:sldMk cId="3006348504" sldId="269"/>
            <ac:spMk id="16" creationId="{C279EC90-31C9-4C61-919F-EB45988D77FF}"/>
          </ac:spMkLst>
        </pc:spChg>
        <pc:spChg chg="add del mod">
          <ac:chgData name="Jan Novak" userId="1a56226553c618a2" providerId="LiveId" clId="{9FAA64AD-F810-45BB-B981-E9E63187BCA3}" dt="2021-05-25T14:54:27.182" v="5203" actId="478"/>
          <ac:spMkLst>
            <pc:docMk/>
            <pc:sldMk cId="3006348504" sldId="269"/>
            <ac:spMk id="17" creationId="{9016CD95-36E4-43B5-8AF6-B60D6B3EDDEE}"/>
          </ac:spMkLst>
        </pc:spChg>
        <pc:spChg chg="add del mod">
          <ac:chgData name="Jan Novak" userId="1a56226553c618a2" providerId="LiveId" clId="{9FAA64AD-F810-45BB-B981-E9E63187BCA3}" dt="2021-05-25T14:54:29.357" v="5204" actId="478"/>
          <ac:spMkLst>
            <pc:docMk/>
            <pc:sldMk cId="3006348504" sldId="269"/>
            <ac:spMk id="18" creationId="{2F0BEC3A-8942-471E-8E9B-005A4470A211}"/>
          </ac:spMkLst>
        </pc:spChg>
        <pc:spChg chg="add del mod">
          <ac:chgData name="Jan Novak" userId="1a56226553c618a2" providerId="LiveId" clId="{9FAA64AD-F810-45BB-B981-E9E63187BCA3}" dt="2021-05-25T14:54:34.033" v="5206" actId="478"/>
          <ac:spMkLst>
            <pc:docMk/>
            <pc:sldMk cId="3006348504" sldId="269"/>
            <ac:spMk id="19" creationId="{1F3740AF-F590-4BB6-8F21-BCA43DBB00A3}"/>
          </ac:spMkLst>
        </pc:spChg>
        <pc:spChg chg="add del mod">
          <ac:chgData name="Jan Novak" userId="1a56226553c618a2" providerId="LiveId" clId="{9FAA64AD-F810-45BB-B981-E9E63187BCA3}" dt="2021-05-25T14:54:23.067" v="5202" actId="478"/>
          <ac:spMkLst>
            <pc:docMk/>
            <pc:sldMk cId="3006348504" sldId="269"/>
            <ac:spMk id="20" creationId="{EBF3AFF2-E8D6-4483-A5B1-DE31AB48B325}"/>
          </ac:spMkLst>
        </pc:spChg>
        <pc:spChg chg="add mod">
          <ac:chgData name="Jan Novak" userId="1a56226553c618a2" providerId="LiveId" clId="{9FAA64AD-F810-45BB-B981-E9E63187BCA3}" dt="2021-05-25T14:57:28.510" v="5250" actId="164"/>
          <ac:spMkLst>
            <pc:docMk/>
            <pc:sldMk cId="3006348504" sldId="269"/>
            <ac:spMk id="38" creationId="{BEA85339-E268-478F-806D-3DD24B05D4D2}"/>
          </ac:spMkLst>
        </pc:spChg>
        <pc:spChg chg="add mod">
          <ac:chgData name="Jan Novak" userId="1a56226553c618a2" providerId="LiveId" clId="{9FAA64AD-F810-45BB-B981-E9E63187BCA3}" dt="2021-05-25T14:57:22.412" v="5249" actId="571"/>
          <ac:spMkLst>
            <pc:docMk/>
            <pc:sldMk cId="3006348504" sldId="269"/>
            <ac:spMk id="41" creationId="{7ACF826F-2749-4B99-A622-1CCE1FFF217F}"/>
          </ac:spMkLst>
        </pc:spChg>
        <pc:spChg chg="add mod">
          <ac:chgData name="Jan Novak" userId="1a56226553c618a2" providerId="LiveId" clId="{9FAA64AD-F810-45BB-B981-E9E63187BCA3}" dt="2021-05-25T15:01:38.008" v="5277" actId="164"/>
          <ac:spMkLst>
            <pc:docMk/>
            <pc:sldMk cId="3006348504" sldId="269"/>
            <ac:spMk id="48" creationId="{11FEB105-1775-415B-AF06-B407F841D374}"/>
          </ac:spMkLst>
        </pc:spChg>
        <pc:spChg chg="add mod">
          <ac:chgData name="Jan Novak" userId="1a56226553c618a2" providerId="LiveId" clId="{9FAA64AD-F810-45BB-B981-E9E63187BCA3}" dt="2021-05-26T11:04:57.073" v="5704" actId="688"/>
          <ac:spMkLst>
            <pc:docMk/>
            <pc:sldMk cId="3006348504" sldId="269"/>
            <ac:spMk id="54" creationId="{5A61D5F4-104D-4583-9CE9-AA501FE3954E}"/>
          </ac:spMkLst>
        </pc:spChg>
        <pc:spChg chg="add mod">
          <ac:chgData name="Jan Novak" userId="1a56226553c618a2" providerId="LiveId" clId="{9FAA64AD-F810-45BB-B981-E9E63187BCA3}" dt="2021-05-25T15:17:22.175" v="5580" actId="1076"/>
          <ac:spMkLst>
            <pc:docMk/>
            <pc:sldMk cId="3006348504" sldId="269"/>
            <ac:spMk id="57" creationId="{0CA2FA4E-50B4-4FD0-B00C-5F6F275C1F38}"/>
          </ac:spMkLst>
        </pc:spChg>
        <pc:spChg chg="add mod">
          <ac:chgData name="Jan Novak" userId="1a56226553c618a2" providerId="LiveId" clId="{9FAA64AD-F810-45BB-B981-E9E63187BCA3}" dt="2021-05-25T15:17:29.860" v="5582" actId="1076"/>
          <ac:spMkLst>
            <pc:docMk/>
            <pc:sldMk cId="3006348504" sldId="269"/>
            <ac:spMk id="58" creationId="{FA2F384A-1D16-4378-837C-314D5DE5A83C}"/>
          </ac:spMkLst>
        </pc:spChg>
        <pc:spChg chg="add mod">
          <ac:chgData name="Jan Novak" userId="1a56226553c618a2" providerId="LiveId" clId="{9FAA64AD-F810-45BB-B981-E9E63187BCA3}" dt="2021-05-25T15:17:36.972" v="5585" actId="688"/>
          <ac:spMkLst>
            <pc:docMk/>
            <pc:sldMk cId="3006348504" sldId="269"/>
            <ac:spMk id="59" creationId="{08D86167-CC07-4942-8E00-321DF8739470}"/>
          </ac:spMkLst>
        </pc:spChg>
        <pc:spChg chg="add mod">
          <ac:chgData name="Jan Novak" userId="1a56226553c618a2" providerId="LiveId" clId="{9FAA64AD-F810-45BB-B981-E9E63187BCA3}" dt="2021-05-25T15:17:44.926" v="5587" actId="1076"/>
          <ac:spMkLst>
            <pc:docMk/>
            <pc:sldMk cId="3006348504" sldId="269"/>
            <ac:spMk id="60" creationId="{210B61B8-BDDB-471D-80FC-28A5608F3652}"/>
          </ac:spMkLst>
        </pc:spChg>
        <pc:spChg chg="add mod">
          <ac:chgData name="Jan Novak" userId="1a56226553c618a2" providerId="LiveId" clId="{9FAA64AD-F810-45BB-B981-E9E63187BCA3}" dt="2021-05-25T15:11:13.038" v="5455" actId="1076"/>
          <ac:spMkLst>
            <pc:docMk/>
            <pc:sldMk cId="3006348504" sldId="269"/>
            <ac:spMk id="61" creationId="{6915B7E2-BB45-45EE-A054-A21200608F0F}"/>
          </ac:spMkLst>
        </pc:spChg>
        <pc:spChg chg="add mod">
          <ac:chgData name="Jan Novak" userId="1a56226553c618a2" providerId="LiveId" clId="{9FAA64AD-F810-45BB-B981-E9E63187BCA3}" dt="2021-05-25T15:11:09.547" v="5454" actId="1076"/>
          <ac:spMkLst>
            <pc:docMk/>
            <pc:sldMk cId="3006348504" sldId="269"/>
            <ac:spMk id="62" creationId="{C5A9FDB7-4AE7-4425-9B29-655A8DA0158F}"/>
          </ac:spMkLst>
        </pc:spChg>
        <pc:spChg chg="add mod">
          <ac:chgData name="Jan Novak" userId="1a56226553c618a2" providerId="LiveId" clId="{9FAA64AD-F810-45BB-B981-E9E63187BCA3}" dt="2021-05-25T15:17:15.870" v="5578" actId="1076"/>
          <ac:spMkLst>
            <pc:docMk/>
            <pc:sldMk cId="3006348504" sldId="269"/>
            <ac:spMk id="80" creationId="{9CE915EF-AB8D-4F80-890C-D8ACB459F5CE}"/>
          </ac:spMkLst>
        </pc:spChg>
        <pc:spChg chg="add del mod">
          <ac:chgData name="Jan Novak" userId="1a56226553c618a2" providerId="LiveId" clId="{9FAA64AD-F810-45BB-B981-E9E63187BCA3}" dt="2021-05-25T15:16:25.580" v="5570" actId="478"/>
          <ac:spMkLst>
            <pc:docMk/>
            <pc:sldMk cId="3006348504" sldId="269"/>
            <ac:spMk id="81" creationId="{CDC08BA0-FC15-463C-B178-5DAB502DCCC4}"/>
          </ac:spMkLst>
        </pc:spChg>
        <pc:spChg chg="add mod">
          <ac:chgData name="Jan Novak" userId="1a56226553c618a2" providerId="LiveId" clId="{9FAA64AD-F810-45BB-B981-E9E63187BCA3}" dt="2021-05-25T15:17:15.870" v="5578" actId="1076"/>
          <ac:spMkLst>
            <pc:docMk/>
            <pc:sldMk cId="3006348504" sldId="269"/>
            <ac:spMk id="82" creationId="{6196674A-47D7-4FE9-A638-C6A2B4B6CEB2}"/>
          </ac:spMkLst>
        </pc:spChg>
        <pc:spChg chg="add mod">
          <ac:chgData name="Jan Novak" userId="1a56226553c618a2" providerId="LiveId" clId="{9FAA64AD-F810-45BB-B981-E9E63187BCA3}" dt="2021-05-25T15:17:15.870" v="5578" actId="1076"/>
          <ac:spMkLst>
            <pc:docMk/>
            <pc:sldMk cId="3006348504" sldId="269"/>
            <ac:spMk id="83" creationId="{D514A884-7826-4BEA-A36C-65B9E2554276}"/>
          </ac:spMkLst>
        </pc:spChg>
        <pc:spChg chg="add mod">
          <ac:chgData name="Jan Novak" userId="1a56226553c618a2" providerId="LiveId" clId="{9FAA64AD-F810-45BB-B981-E9E63187BCA3}" dt="2021-05-25T15:22:49.835" v="5653" actId="20577"/>
          <ac:spMkLst>
            <pc:docMk/>
            <pc:sldMk cId="3006348504" sldId="269"/>
            <ac:spMk id="84" creationId="{330B50EF-A42C-4830-AD10-B4329893606E}"/>
          </ac:spMkLst>
        </pc:spChg>
        <pc:spChg chg="add mod">
          <ac:chgData name="Jan Novak" userId="1a56226553c618a2" providerId="LiveId" clId="{9FAA64AD-F810-45BB-B981-E9E63187BCA3}" dt="2021-05-25T15:17:15.870" v="5578" actId="1076"/>
          <ac:spMkLst>
            <pc:docMk/>
            <pc:sldMk cId="3006348504" sldId="269"/>
            <ac:spMk id="90" creationId="{07F557E1-A28B-42FF-867E-29B1454E24D0}"/>
          </ac:spMkLst>
        </pc:spChg>
        <pc:spChg chg="add del mod">
          <ac:chgData name="Jan Novak" userId="1a56226553c618a2" providerId="LiveId" clId="{9FAA64AD-F810-45BB-B981-E9E63187BCA3}" dt="2021-05-25T15:23:09.521" v="5657" actId="478"/>
          <ac:spMkLst>
            <pc:docMk/>
            <pc:sldMk cId="3006348504" sldId="269"/>
            <ac:spMk id="96" creationId="{EC7215DA-8100-4AAE-8DBA-5124DC3CE2A3}"/>
          </ac:spMkLst>
        </pc:spChg>
        <pc:spChg chg="mod">
          <ac:chgData name="Jan Novak" userId="1a56226553c618a2" providerId="LiveId" clId="{9FAA64AD-F810-45BB-B981-E9E63187BCA3}" dt="2021-05-25T15:20:49.945" v="5631"/>
          <ac:spMkLst>
            <pc:docMk/>
            <pc:sldMk cId="3006348504" sldId="269"/>
            <ac:spMk id="117" creationId="{2EA49BE2-22CB-4F04-9F63-5A41D7525C41}"/>
          </ac:spMkLst>
        </pc:spChg>
        <pc:spChg chg="mod">
          <ac:chgData name="Jan Novak" userId="1a56226553c618a2" providerId="LiveId" clId="{9FAA64AD-F810-45BB-B981-E9E63187BCA3}" dt="2021-05-25T15:22:53.900" v="5654"/>
          <ac:spMkLst>
            <pc:docMk/>
            <pc:sldMk cId="3006348504" sldId="269"/>
            <ac:spMk id="121" creationId="{0D439889-F49F-4D07-9E8A-30172B126D56}"/>
          </ac:spMkLst>
        </pc:spChg>
        <pc:spChg chg="add mod">
          <ac:chgData name="Jan Novak" userId="1a56226553c618a2" providerId="LiveId" clId="{9FAA64AD-F810-45BB-B981-E9E63187BCA3}" dt="2021-05-25T15:23:45.288" v="5665" actId="1076"/>
          <ac:spMkLst>
            <pc:docMk/>
            <pc:sldMk cId="3006348504" sldId="269"/>
            <ac:spMk id="125" creationId="{69EEC51C-A145-4933-B9E1-44859F3A1F53}"/>
          </ac:spMkLst>
        </pc:spChg>
        <pc:grpChg chg="add mod">
          <ac:chgData name="Jan Novak" userId="1a56226553c618a2" providerId="LiveId" clId="{9FAA64AD-F810-45BB-B981-E9E63187BCA3}" dt="2021-05-25T14:57:52.175" v="5256" actId="1076"/>
          <ac:grpSpMkLst>
            <pc:docMk/>
            <pc:sldMk cId="3006348504" sldId="269"/>
            <ac:grpSpMk id="42" creationId="{1ACD3C45-3E19-49BF-8A5E-BD92A6BAFC94}"/>
          </ac:grpSpMkLst>
        </pc:grpChg>
        <pc:grpChg chg="add mod">
          <ac:chgData name="Jan Novak" userId="1a56226553c618a2" providerId="LiveId" clId="{9FAA64AD-F810-45BB-B981-E9E63187BCA3}" dt="2021-05-25T14:57:48.720" v="5255" actId="1076"/>
          <ac:grpSpMkLst>
            <pc:docMk/>
            <pc:sldMk cId="3006348504" sldId="269"/>
            <ac:grpSpMk id="43" creationId="{7D8A041C-F441-4391-8549-C3A13F50F307}"/>
          </ac:grpSpMkLst>
        </pc:grpChg>
        <pc:grpChg chg="add mod">
          <ac:chgData name="Jan Novak" userId="1a56226553c618a2" providerId="LiveId" clId="{9FAA64AD-F810-45BB-B981-E9E63187BCA3}" dt="2021-05-25T15:01:53.322" v="5283" actId="1076"/>
          <ac:grpSpMkLst>
            <pc:docMk/>
            <pc:sldMk cId="3006348504" sldId="269"/>
            <ac:grpSpMk id="46" creationId="{11924E6A-29A6-4BAC-A5FA-32B46F53A081}"/>
          </ac:grpSpMkLst>
        </pc:grpChg>
        <pc:grpChg chg="add mod">
          <ac:chgData name="Jan Novak" userId="1a56226553c618a2" providerId="LiveId" clId="{9FAA64AD-F810-45BB-B981-E9E63187BCA3}" dt="2021-05-25T15:02:00.316" v="5285" actId="1076"/>
          <ac:grpSpMkLst>
            <pc:docMk/>
            <pc:sldMk cId="3006348504" sldId="269"/>
            <ac:grpSpMk id="49" creationId="{5ADA7D3D-2449-43FE-A728-1CA2BBF38733}"/>
          </ac:grpSpMkLst>
        </pc:grpChg>
        <pc:grpChg chg="add mod">
          <ac:chgData name="Jan Novak" userId="1a56226553c618a2" providerId="LiveId" clId="{9FAA64AD-F810-45BB-B981-E9E63187BCA3}" dt="2021-05-25T15:12:05.210" v="5462" actId="164"/>
          <ac:grpSpMkLst>
            <pc:docMk/>
            <pc:sldMk cId="3006348504" sldId="269"/>
            <ac:grpSpMk id="63" creationId="{7064D097-C73A-4DA2-8525-511B573CE3AE}"/>
          </ac:grpSpMkLst>
        </pc:grpChg>
        <pc:grpChg chg="add mod">
          <ac:chgData name="Jan Novak" userId="1a56226553c618a2" providerId="LiveId" clId="{9FAA64AD-F810-45BB-B981-E9E63187BCA3}" dt="2021-05-25T15:17:04.526" v="5576" actId="1076"/>
          <ac:grpSpMkLst>
            <pc:docMk/>
            <pc:sldMk cId="3006348504" sldId="269"/>
            <ac:grpSpMk id="76" creationId="{910D4CDC-BE37-4F42-B84B-0BA76BAE7A6E}"/>
          </ac:grpSpMkLst>
        </pc:grpChg>
        <pc:grpChg chg="add mod">
          <ac:chgData name="Jan Novak" userId="1a56226553c618a2" providerId="LiveId" clId="{9FAA64AD-F810-45BB-B981-E9E63187BCA3}" dt="2021-05-26T11:04:10.194" v="5679" actId="1076"/>
          <ac:grpSpMkLst>
            <pc:docMk/>
            <pc:sldMk cId="3006348504" sldId="269"/>
            <ac:grpSpMk id="115" creationId="{CD85E167-739C-459A-8EE9-7FBDACE49446}"/>
          </ac:grpSpMkLst>
        </pc:grpChg>
        <pc:grpChg chg="add mod">
          <ac:chgData name="Jan Novak" userId="1a56226553c618a2" providerId="LiveId" clId="{9FAA64AD-F810-45BB-B981-E9E63187BCA3}" dt="2021-05-25T15:23:20.083" v="5661" actId="1076"/>
          <ac:grpSpMkLst>
            <pc:docMk/>
            <pc:sldMk cId="3006348504" sldId="269"/>
            <ac:grpSpMk id="120" creationId="{FE40334E-BE06-4B0D-99CB-ECA30DF09848}"/>
          </ac:grpSpMkLst>
        </pc:grpChg>
        <pc:picChg chg="add mod">
          <ac:chgData name="Jan Novak" userId="1a56226553c618a2" providerId="LiveId" clId="{9FAA64AD-F810-45BB-B981-E9E63187BCA3}" dt="2021-05-25T14:57:46.804" v="5254" actId="164"/>
          <ac:picMkLst>
            <pc:docMk/>
            <pc:sldMk cId="3006348504" sldId="269"/>
            <ac:picMk id="4" creationId="{EB32994D-4A4C-438B-BC23-13A01123105F}"/>
          </ac:picMkLst>
        </pc:picChg>
        <pc:picChg chg="add mod">
          <ac:chgData name="Jan Novak" userId="1a56226553c618a2" providerId="LiveId" clId="{9FAA64AD-F810-45BB-B981-E9E63187BCA3}" dt="2021-05-25T14:57:28.510" v="5250" actId="164"/>
          <ac:picMkLst>
            <pc:docMk/>
            <pc:sldMk cId="3006348504" sldId="269"/>
            <ac:picMk id="21" creationId="{0A996C76-8FE8-452F-BA09-69C5753E4F7E}"/>
          </ac:picMkLst>
        </pc:picChg>
        <pc:picChg chg="add mod">
          <ac:chgData name="Jan Novak" userId="1a56226553c618a2" providerId="LiveId" clId="{9FAA64AD-F810-45BB-B981-E9E63187BCA3}" dt="2021-05-25T14:59:33.107" v="5264" actId="164"/>
          <ac:picMkLst>
            <pc:docMk/>
            <pc:sldMk cId="3006348504" sldId="269"/>
            <ac:picMk id="33" creationId="{096E4EA6-02A5-47EC-9481-A17202A2E60B}"/>
          </ac:picMkLst>
        </pc:picChg>
        <pc:picChg chg="add mod">
          <ac:chgData name="Jan Novak" userId="1a56226553c618a2" providerId="LiveId" clId="{9FAA64AD-F810-45BB-B981-E9E63187BCA3}" dt="2021-05-25T14:57:22.412" v="5249" actId="571"/>
          <ac:picMkLst>
            <pc:docMk/>
            <pc:sldMk cId="3006348504" sldId="269"/>
            <ac:picMk id="40" creationId="{8486BFC7-63AC-4D0B-AF62-4F2F92046AAD}"/>
          </ac:picMkLst>
        </pc:picChg>
        <pc:picChg chg="add mod">
          <ac:chgData name="Jan Novak" userId="1a56226553c618a2" providerId="LiveId" clId="{9FAA64AD-F810-45BB-B981-E9E63187BCA3}" dt="2021-05-25T14:59:33.107" v="5264" actId="164"/>
          <ac:picMkLst>
            <pc:docMk/>
            <pc:sldMk cId="3006348504" sldId="269"/>
            <ac:picMk id="45" creationId="{2BA299BB-3E1F-4928-8031-190F1FAF2F5A}"/>
          </ac:picMkLst>
        </pc:picChg>
        <pc:picChg chg="add mod">
          <ac:chgData name="Jan Novak" userId="1a56226553c618a2" providerId="LiveId" clId="{9FAA64AD-F810-45BB-B981-E9E63187BCA3}" dt="2021-05-25T15:01:38.008" v="5277" actId="164"/>
          <ac:picMkLst>
            <pc:docMk/>
            <pc:sldMk cId="3006348504" sldId="269"/>
            <ac:picMk id="47" creationId="{BC87E884-F20A-400E-B233-7062071FACBE}"/>
          </ac:picMkLst>
        </pc:picChg>
        <pc:picChg chg="add mod">
          <ac:chgData name="Jan Novak" userId="1a56226553c618a2" providerId="LiveId" clId="{9FAA64AD-F810-45BB-B981-E9E63187BCA3}" dt="2021-05-26T11:04:22.841" v="5683" actId="1076"/>
          <ac:picMkLst>
            <pc:docMk/>
            <pc:sldMk cId="3006348504" sldId="269"/>
            <ac:picMk id="113" creationId="{3A1CF4F2-7B4F-4C36-B3EC-0FFE645A2142}"/>
          </ac:picMkLst>
        </pc:picChg>
        <pc:picChg chg="mod">
          <ac:chgData name="Jan Novak" userId="1a56226553c618a2" providerId="LiveId" clId="{9FAA64AD-F810-45BB-B981-E9E63187BCA3}" dt="2021-05-25T15:20:49.945" v="5631"/>
          <ac:picMkLst>
            <pc:docMk/>
            <pc:sldMk cId="3006348504" sldId="269"/>
            <ac:picMk id="116" creationId="{68F80389-77E6-41C3-B733-7BA9CC7F7565}"/>
          </ac:picMkLst>
        </pc:picChg>
        <pc:picChg chg="add mod">
          <ac:chgData name="Jan Novak" userId="1a56226553c618a2" providerId="LiveId" clId="{9FAA64AD-F810-45BB-B981-E9E63187BCA3}" dt="2021-05-25T15:21:45.220" v="5637" actId="1076"/>
          <ac:picMkLst>
            <pc:docMk/>
            <pc:sldMk cId="3006348504" sldId="269"/>
            <ac:picMk id="119" creationId="{8664F322-A2E6-4AD5-94E4-0F89CC9C01D6}"/>
          </ac:picMkLst>
        </pc:picChg>
        <pc:picChg chg="mod">
          <ac:chgData name="Jan Novak" userId="1a56226553c618a2" providerId="LiveId" clId="{9FAA64AD-F810-45BB-B981-E9E63187BCA3}" dt="2021-05-25T15:22:53.900" v="5654"/>
          <ac:picMkLst>
            <pc:docMk/>
            <pc:sldMk cId="3006348504" sldId="269"/>
            <ac:picMk id="122" creationId="{2F136438-4E3F-40DF-88FE-ABEEB46439C9}"/>
          </ac:picMkLst>
        </pc:picChg>
        <pc:picChg chg="mod">
          <ac:chgData name="Jan Novak" userId="1a56226553c618a2" providerId="LiveId" clId="{9FAA64AD-F810-45BB-B981-E9E63187BCA3}" dt="2021-05-25T15:22:53.900" v="5654"/>
          <ac:picMkLst>
            <pc:docMk/>
            <pc:sldMk cId="3006348504" sldId="269"/>
            <ac:picMk id="123" creationId="{02E58EDC-E00F-4150-B4D6-F9431C929F62}"/>
          </ac:picMkLst>
        </pc:picChg>
        <pc:cxnChg chg="add mod">
          <ac:chgData name="Jan Novak" userId="1a56226553c618a2" providerId="LiveId" clId="{9FAA64AD-F810-45BB-B981-E9E63187BCA3}" dt="2021-05-25T15:17:15.870" v="5578" actId="1076"/>
          <ac:cxnSpMkLst>
            <pc:docMk/>
            <pc:sldMk cId="3006348504" sldId="269"/>
            <ac:cxnSpMk id="10" creationId="{77BAC6F7-5813-4760-9115-1335AD90DC96}"/>
          </ac:cxnSpMkLst>
        </pc:cxnChg>
        <pc:cxnChg chg="add mod">
          <ac:chgData name="Jan Novak" userId="1a56226553c618a2" providerId="LiveId" clId="{9FAA64AD-F810-45BB-B981-E9E63187BCA3}" dt="2021-05-25T15:17:04.526" v="5576" actId="1076"/>
          <ac:cxnSpMkLst>
            <pc:docMk/>
            <pc:sldMk cId="3006348504" sldId="269"/>
            <ac:cxnSpMk id="12" creationId="{553DE472-373C-466A-8510-2C23328C1575}"/>
          </ac:cxnSpMkLst>
        </pc:cxnChg>
        <pc:cxnChg chg="add mod">
          <ac:chgData name="Jan Novak" userId="1a56226553c618a2" providerId="LiveId" clId="{9FAA64AD-F810-45BB-B981-E9E63187BCA3}" dt="2021-05-25T15:17:10.350" v="5577" actId="1076"/>
          <ac:cxnSpMkLst>
            <pc:docMk/>
            <pc:sldMk cId="3006348504" sldId="269"/>
            <ac:cxnSpMk id="14" creationId="{4B3E222D-8A94-4D4A-9FBE-2194B31A8F16}"/>
          </ac:cxnSpMkLst>
        </pc:cxnChg>
        <pc:cxnChg chg="add mod">
          <ac:chgData name="Jan Novak" userId="1a56226553c618a2" providerId="LiveId" clId="{9FAA64AD-F810-45BB-B981-E9E63187BCA3}" dt="2021-05-25T15:17:04.526" v="5576" actId="1076"/>
          <ac:cxnSpMkLst>
            <pc:docMk/>
            <pc:sldMk cId="3006348504" sldId="269"/>
            <ac:cxnSpMk id="25" creationId="{08156320-E692-4BE4-A7C3-059A9677FFE3}"/>
          </ac:cxnSpMkLst>
        </pc:cxnChg>
        <pc:cxnChg chg="add mod">
          <ac:chgData name="Jan Novak" userId="1a56226553c618a2" providerId="LiveId" clId="{9FAA64AD-F810-45BB-B981-E9E63187BCA3}" dt="2021-05-25T15:17:04.526" v="5576" actId="1076"/>
          <ac:cxnSpMkLst>
            <pc:docMk/>
            <pc:sldMk cId="3006348504" sldId="269"/>
            <ac:cxnSpMk id="34" creationId="{E1CD531D-E8AE-4F7B-8F28-6F43F0F7EF5F}"/>
          </ac:cxnSpMkLst>
        </pc:cxnChg>
        <pc:cxnChg chg="add mod">
          <ac:chgData name="Jan Novak" userId="1a56226553c618a2" providerId="LiveId" clId="{9FAA64AD-F810-45BB-B981-E9E63187BCA3}" dt="2021-05-25T15:17:04.526" v="5576" actId="1076"/>
          <ac:cxnSpMkLst>
            <pc:docMk/>
            <pc:sldMk cId="3006348504" sldId="269"/>
            <ac:cxnSpMk id="50" creationId="{7B962916-A7DE-4F66-A59E-6E780F90A2CF}"/>
          </ac:cxnSpMkLst>
        </pc:cxnChg>
        <pc:cxnChg chg="add mod">
          <ac:chgData name="Jan Novak" userId="1a56226553c618a2" providerId="LiveId" clId="{9FAA64AD-F810-45BB-B981-E9E63187BCA3}" dt="2021-05-25T15:17:15.870" v="5578" actId="1076"/>
          <ac:cxnSpMkLst>
            <pc:docMk/>
            <pc:sldMk cId="3006348504" sldId="269"/>
            <ac:cxnSpMk id="88" creationId="{256F40C2-0DDE-4A24-8A01-4BF2BB45FA62}"/>
          </ac:cxnSpMkLst>
        </pc:cxnChg>
        <pc:cxnChg chg="add mod">
          <ac:chgData name="Jan Novak" userId="1a56226553c618a2" providerId="LiveId" clId="{9FAA64AD-F810-45BB-B981-E9E63187BCA3}" dt="2021-05-25T15:23:20.083" v="5661" actId="1076"/>
          <ac:cxnSpMkLst>
            <pc:docMk/>
            <pc:sldMk cId="3006348504" sldId="269"/>
            <ac:cxnSpMk id="95" creationId="{ED8F8F76-C5FC-479E-8033-CB10766EC1FE}"/>
          </ac:cxnSpMkLst>
        </pc:cxnChg>
        <pc:cxnChg chg="add mod">
          <ac:chgData name="Jan Novak" userId="1a56226553c618a2" providerId="LiveId" clId="{9FAA64AD-F810-45BB-B981-E9E63187BCA3}" dt="2021-05-25T15:18:46.708" v="5614" actId="14100"/>
          <ac:cxnSpMkLst>
            <pc:docMk/>
            <pc:sldMk cId="3006348504" sldId="269"/>
            <ac:cxnSpMk id="100" creationId="{C2C03636-A00A-484E-8C26-9E426F18DC4F}"/>
          </ac:cxnSpMkLst>
        </pc:cxnChg>
        <pc:cxnChg chg="add mod">
          <ac:chgData name="Jan Novak" userId="1a56226553c618a2" providerId="LiveId" clId="{9FAA64AD-F810-45BB-B981-E9E63187BCA3}" dt="2021-05-25T15:18:55.841" v="5617" actId="14100"/>
          <ac:cxnSpMkLst>
            <pc:docMk/>
            <pc:sldMk cId="3006348504" sldId="269"/>
            <ac:cxnSpMk id="103" creationId="{417B4C13-DE30-4DC2-922D-DB129888BE82}"/>
          </ac:cxnSpMkLst>
        </pc:cxnChg>
        <pc:cxnChg chg="add mod">
          <ac:chgData name="Jan Novak" userId="1a56226553c618a2" providerId="LiveId" clId="{9FAA64AD-F810-45BB-B981-E9E63187BCA3}" dt="2021-05-25T15:22:49.835" v="5653" actId="20577"/>
          <ac:cxnSpMkLst>
            <pc:docMk/>
            <pc:sldMk cId="3006348504" sldId="269"/>
            <ac:cxnSpMk id="106" creationId="{2C337DB5-ECCC-4037-8D7A-E1C75287CB9E}"/>
          </ac:cxnSpMkLst>
        </pc:cxnChg>
        <pc:cxnChg chg="add mod">
          <ac:chgData name="Jan Novak" userId="1a56226553c618a2" providerId="LiveId" clId="{9FAA64AD-F810-45BB-B981-E9E63187BCA3}" dt="2021-05-26T11:04:13.105" v="5680" actId="14100"/>
          <ac:cxnSpMkLst>
            <pc:docMk/>
            <pc:sldMk cId="3006348504" sldId="269"/>
            <ac:cxnSpMk id="109" creationId="{EB966A85-8346-47BB-A303-E8866700676B}"/>
          </ac:cxnSpMkLst>
        </pc:cxnChg>
        <pc:cxnChg chg="add mod">
          <ac:chgData name="Jan Novak" userId="1a56226553c618a2" providerId="LiveId" clId="{9FAA64AD-F810-45BB-B981-E9E63187BCA3}" dt="2021-05-25T15:23:54.677" v="5669" actId="14100"/>
          <ac:cxnSpMkLst>
            <pc:docMk/>
            <pc:sldMk cId="3006348504" sldId="269"/>
            <ac:cxnSpMk id="126" creationId="{71505739-DD5D-410E-9DB4-876EB02157AA}"/>
          </ac:cxnSpMkLst>
        </pc:cxnChg>
      </pc:sldChg>
      <pc:sldChg chg="delSp modSp new mod">
        <pc:chgData name="Jan Novak" userId="1a56226553c618a2" providerId="LiveId" clId="{9FAA64AD-F810-45BB-B981-E9E63187BCA3}" dt="2021-05-25T10:07:49.352" v="5099" actId="20577"/>
        <pc:sldMkLst>
          <pc:docMk/>
          <pc:sldMk cId="222098078" sldId="270"/>
        </pc:sldMkLst>
        <pc:spChg chg="del mod">
          <ac:chgData name="Jan Novak" userId="1a56226553c618a2" providerId="LiveId" clId="{9FAA64AD-F810-45BB-B981-E9E63187BCA3}" dt="2021-05-19T12:25:47.021" v="3637" actId="478"/>
          <ac:spMkLst>
            <pc:docMk/>
            <pc:sldMk cId="222098078" sldId="270"/>
            <ac:spMk id="2" creationId="{4D73F7A5-3120-46D8-83DF-0B67A7D9B659}"/>
          </ac:spMkLst>
        </pc:spChg>
        <pc:spChg chg="mod">
          <ac:chgData name="Jan Novak" userId="1a56226553c618a2" providerId="LiveId" clId="{9FAA64AD-F810-45BB-B981-E9E63187BCA3}" dt="2021-05-25T10:07:49.352" v="5099" actId="20577"/>
          <ac:spMkLst>
            <pc:docMk/>
            <pc:sldMk cId="222098078" sldId="270"/>
            <ac:spMk id="3" creationId="{6F6B62E1-CD76-44DB-A4A7-1BB3DCB7B4D2}"/>
          </ac:spMkLst>
        </pc:spChg>
      </pc:sldChg>
      <pc:sldChg chg="delSp modSp add mod ord">
        <pc:chgData name="Jan Novak" userId="1a56226553c618a2" providerId="LiveId" clId="{9FAA64AD-F810-45BB-B981-E9E63187BCA3}" dt="2021-05-25T14:49:43.808" v="5170" actId="20577"/>
        <pc:sldMkLst>
          <pc:docMk/>
          <pc:sldMk cId="437737069" sldId="271"/>
        </pc:sldMkLst>
        <pc:spChg chg="mod">
          <ac:chgData name="Jan Novak" userId="1a56226553c618a2" providerId="LiveId" clId="{9FAA64AD-F810-45BB-B981-E9E63187BCA3}" dt="2021-05-25T14:49:43.808" v="5170" actId="20577"/>
          <ac:spMkLst>
            <pc:docMk/>
            <pc:sldMk cId="437737069" sldId="271"/>
            <ac:spMk id="7" creationId="{8BF3DF5D-8E7F-45ED-8EDF-FE511ECDC965}"/>
          </ac:spMkLst>
        </pc:spChg>
        <pc:spChg chg="del">
          <ac:chgData name="Jan Novak" userId="1a56226553c618a2" providerId="LiveId" clId="{9FAA64AD-F810-45BB-B981-E9E63187BCA3}" dt="2021-05-25T14:48:03.702" v="5138" actId="478"/>
          <ac:spMkLst>
            <pc:docMk/>
            <pc:sldMk cId="437737069" sldId="271"/>
            <ac:spMk id="11" creationId="{23C4310B-1D46-457B-8878-38A9C528BA34}"/>
          </ac:spMkLst>
        </pc:spChg>
        <pc:spChg chg="del">
          <ac:chgData name="Jan Novak" userId="1a56226553c618a2" providerId="LiveId" clId="{9FAA64AD-F810-45BB-B981-E9E63187BCA3}" dt="2021-05-25T14:48:03.702" v="5138" actId="478"/>
          <ac:spMkLst>
            <pc:docMk/>
            <pc:sldMk cId="437737069" sldId="271"/>
            <ac:spMk id="13" creationId="{B5FF3252-C478-4701-8D54-CFE3DD0085A5}"/>
          </ac:spMkLst>
        </pc:spChg>
        <pc:spChg chg="del mod">
          <ac:chgData name="Jan Novak" userId="1a56226553c618a2" providerId="LiveId" clId="{9FAA64AD-F810-45BB-B981-E9E63187BCA3}" dt="2021-05-25T14:48:12.361" v="5141" actId="478"/>
          <ac:spMkLst>
            <pc:docMk/>
            <pc:sldMk cId="437737069" sldId="271"/>
            <ac:spMk id="15" creationId="{5F5F2BC9-5000-4378-9306-BAC00BA0C7B0}"/>
          </ac:spMkLst>
        </pc:spChg>
        <pc:cxnChg chg="del">
          <ac:chgData name="Jan Novak" userId="1a56226553c618a2" providerId="LiveId" clId="{9FAA64AD-F810-45BB-B981-E9E63187BCA3}" dt="2021-05-25T14:48:03.702" v="5138" actId="478"/>
          <ac:cxnSpMkLst>
            <pc:docMk/>
            <pc:sldMk cId="437737069" sldId="271"/>
            <ac:cxnSpMk id="10" creationId="{77BAC6F7-5813-4760-9115-1335AD90DC96}"/>
          </ac:cxnSpMkLst>
        </pc:cxnChg>
        <pc:cxnChg chg="del">
          <ac:chgData name="Jan Novak" userId="1a56226553c618a2" providerId="LiveId" clId="{9FAA64AD-F810-45BB-B981-E9E63187BCA3}" dt="2021-05-25T14:48:03.702" v="5138" actId="478"/>
          <ac:cxnSpMkLst>
            <pc:docMk/>
            <pc:sldMk cId="437737069" sldId="271"/>
            <ac:cxnSpMk id="12" creationId="{553DE472-373C-466A-8510-2C23328C1575}"/>
          </ac:cxnSpMkLst>
        </pc:cxnChg>
        <pc:cxnChg chg="del">
          <ac:chgData name="Jan Novak" userId="1a56226553c618a2" providerId="LiveId" clId="{9FAA64AD-F810-45BB-B981-E9E63187BCA3}" dt="2021-05-25T14:48:09.930" v="5139" actId="478"/>
          <ac:cxnSpMkLst>
            <pc:docMk/>
            <pc:sldMk cId="437737069" sldId="271"/>
            <ac:cxnSpMk id="14" creationId="{4B3E222D-8A94-4D4A-9FBE-2194B31A8F16}"/>
          </ac:cxnSpMkLst>
        </pc:cxnChg>
      </pc:sldChg>
    </pc:docChg>
  </pc:docChgLst>
  <pc:docChgLst>
    <pc:chgData name="Jan Novak" userId="1a56226553c618a2" providerId="LiveId" clId="{E3B4918E-38CB-464C-BBE3-464D048D27BA}"/>
    <pc:docChg chg="undo custSel modSld">
      <pc:chgData name="Jan Novak" userId="1a56226553c618a2" providerId="LiveId" clId="{E3B4918E-38CB-464C-BBE3-464D048D27BA}" dt="2021-08-06T12:25:27.901" v="523" actId="14100"/>
      <pc:docMkLst>
        <pc:docMk/>
      </pc:docMkLst>
      <pc:sldChg chg="addSp delSp modSp mod">
        <pc:chgData name="Jan Novak" userId="1a56226553c618a2" providerId="LiveId" clId="{E3B4918E-38CB-464C-BBE3-464D048D27BA}" dt="2021-08-06T12:25:27.901" v="523" actId="14100"/>
        <pc:sldMkLst>
          <pc:docMk/>
          <pc:sldMk cId="1443493946" sldId="263"/>
        </pc:sldMkLst>
        <pc:spChg chg="mod">
          <ac:chgData name="Jan Novak" userId="1a56226553c618a2" providerId="LiveId" clId="{E3B4918E-38CB-464C-BBE3-464D048D27BA}" dt="2021-08-06T12:08:18.409" v="251" actId="14100"/>
          <ac:spMkLst>
            <pc:docMk/>
            <pc:sldMk cId="1443493946" sldId="263"/>
            <ac:spMk id="2" creationId="{C23A54BA-1BEB-4718-9DCD-749D95F39F74}"/>
          </ac:spMkLst>
        </pc:spChg>
        <pc:spChg chg="del">
          <ac:chgData name="Jan Novak" userId="1a56226553c618a2" providerId="LiveId" clId="{E3B4918E-38CB-464C-BBE3-464D048D27BA}" dt="2021-08-06T12:01:57.790" v="203" actId="478"/>
          <ac:spMkLst>
            <pc:docMk/>
            <pc:sldMk cId="1443493946" sldId="263"/>
            <ac:spMk id="3" creationId="{964D1DCF-76E2-4269-9674-DD87BAB6112D}"/>
          </ac:spMkLst>
        </pc:spChg>
        <pc:spChg chg="add mod">
          <ac:chgData name="Jan Novak" userId="1a56226553c618a2" providerId="LiveId" clId="{E3B4918E-38CB-464C-BBE3-464D048D27BA}" dt="2021-08-06T12:24:05.108" v="507" actId="1076"/>
          <ac:spMkLst>
            <pc:docMk/>
            <pc:sldMk cId="1443493946" sldId="263"/>
            <ac:spMk id="5" creationId="{488DC3FB-9668-4877-8B5B-183D1991B856}"/>
          </ac:spMkLst>
        </pc:spChg>
        <pc:spChg chg="add mod">
          <ac:chgData name="Jan Novak" userId="1a56226553c618a2" providerId="LiveId" clId="{E3B4918E-38CB-464C-BBE3-464D048D27BA}" dt="2021-08-06T12:24:05.108" v="507" actId="1076"/>
          <ac:spMkLst>
            <pc:docMk/>
            <pc:sldMk cId="1443493946" sldId="263"/>
            <ac:spMk id="6" creationId="{F99DFD5F-3CF0-4F12-8EE5-54F50E7ED6AF}"/>
          </ac:spMkLst>
        </pc:spChg>
        <pc:spChg chg="add mod">
          <ac:chgData name="Jan Novak" userId="1a56226553c618a2" providerId="LiveId" clId="{E3B4918E-38CB-464C-BBE3-464D048D27BA}" dt="2021-08-06T12:23:17.591" v="466" actId="164"/>
          <ac:spMkLst>
            <pc:docMk/>
            <pc:sldMk cId="1443493946" sldId="263"/>
            <ac:spMk id="7" creationId="{31E97C79-2625-451F-BC8E-7C5A98D3176D}"/>
          </ac:spMkLst>
        </pc:spChg>
        <pc:spChg chg="add del mod">
          <ac:chgData name="Jan Novak" userId="1a56226553c618a2" providerId="LiveId" clId="{E3B4918E-38CB-464C-BBE3-464D048D27BA}" dt="2021-08-06T12:22:18.279" v="463" actId="478"/>
          <ac:spMkLst>
            <pc:docMk/>
            <pc:sldMk cId="1443493946" sldId="263"/>
            <ac:spMk id="28" creationId="{9B991C91-0D31-43D3-B457-CB09F0C3DEE0}"/>
          </ac:spMkLst>
        </pc:spChg>
        <pc:spChg chg="add mod">
          <ac:chgData name="Jan Novak" userId="1a56226553c618a2" providerId="LiveId" clId="{E3B4918E-38CB-464C-BBE3-464D048D27BA}" dt="2021-08-06T12:17:42.098" v="393" actId="164"/>
          <ac:spMkLst>
            <pc:docMk/>
            <pc:sldMk cId="1443493946" sldId="263"/>
            <ac:spMk id="29" creationId="{33379979-0CA6-40DD-AB3F-FA3E19BFFC15}"/>
          </ac:spMkLst>
        </pc:spChg>
        <pc:spChg chg="mod">
          <ac:chgData name="Jan Novak" userId="1a56226553c618a2" providerId="LiveId" clId="{E3B4918E-38CB-464C-BBE3-464D048D27BA}" dt="2021-08-06T12:12:52.099" v="339"/>
          <ac:spMkLst>
            <pc:docMk/>
            <pc:sldMk cId="1443493946" sldId="263"/>
            <ac:spMk id="33" creationId="{E1771AC0-238E-4E9B-A17C-326D0C9541E4}"/>
          </ac:spMkLst>
        </pc:spChg>
        <pc:spChg chg="del mod">
          <ac:chgData name="Jan Novak" userId="1a56226553c618a2" providerId="LiveId" clId="{E3B4918E-38CB-464C-BBE3-464D048D27BA}" dt="2021-08-06T12:13:05.730" v="342" actId="478"/>
          <ac:spMkLst>
            <pc:docMk/>
            <pc:sldMk cId="1443493946" sldId="263"/>
            <ac:spMk id="34" creationId="{5B530200-D020-49E5-B530-D044EACE0D4C}"/>
          </ac:spMkLst>
        </pc:spChg>
        <pc:spChg chg="mod">
          <ac:chgData name="Jan Novak" userId="1a56226553c618a2" providerId="LiveId" clId="{E3B4918E-38CB-464C-BBE3-464D048D27BA}" dt="2021-08-06T12:12:52.099" v="339"/>
          <ac:spMkLst>
            <pc:docMk/>
            <pc:sldMk cId="1443493946" sldId="263"/>
            <ac:spMk id="35" creationId="{3AAAE552-1BE1-4700-BB76-61E838C9A4F3}"/>
          </ac:spMkLst>
        </pc:spChg>
        <pc:spChg chg="add mod">
          <ac:chgData name="Jan Novak" userId="1a56226553c618a2" providerId="LiveId" clId="{E3B4918E-38CB-464C-BBE3-464D048D27BA}" dt="2021-08-06T12:24:05.108" v="507" actId="1076"/>
          <ac:spMkLst>
            <pc:docMk/>
            <pc:sldMk cId="1443493946" sldId="263"/>
            <ac:spMk id="40" creationId="{86A77FB4-63DA-44E3-ADC0-569A26F95A64}"/>
          </ac:spMkLst>
        </pc:spChg>
        <pc:spChg chg="add mod">
          <ac:chgData name="Jan Novak" userId="1a56226553c618a2" providerId="LiveId" clId="{E3B4918E-38CB-464C-BBE3-464D048D27BA}" dt="2021-08-06T12:24:05.108" v="507" actId="1076"/>
          <ac:spMkLst>
            <pc:docMk/>
            <pc:sldMk cId="1443493946" sldId="263"/>
            <ac:spMk id="41" creationId="{3BC2169D-2ABC-4156-B1C5-CA912C54F09A}"/>
          </ac:spMkLst>
        </pc:spChg>
        <pc:spChg chg="add mod">
          <ac:chgData name="Jan Novak" userId="1a56226553c618a2" providerId="LiveId" clId="{E3B4918E-38CB-464C-BBE3-464D048D27BA}" dt="2021-08-06T12:24:05.108" v="507" actId="1076"/>
          <ac:spMkLst>
            <pc:docMk/>
            <pc:sldMk cId="1443493946" sldId="263"/>
            <ac:spMk id="45" creationId="{934CDB31-5385-4D2E-93D7-2C254F7F2655}"/>
          </ac:spMkLst>
        </pc:spChg>
        <pc:spChg chg="mod">
          <ac:chgData name="Jan Novak" userId="1a56226553c618a2" providerId="LiveId" clId="{E3B4918E-38CB-464C-BBE3-464D048D27BA}" dt="2021-08-06T12:20:01.505" v="447"/>
          <ac:spMkLst>
            <pc:docMk/>
            <pc:sldMk cId="1443493946" sldId="263"/>
            <ac:spMk id="50" creationId="{D35B4CE3-6D9E-4CDA-AC68-25C8259EA40E}"/>
          </ac:spMkLst>
        </pc:spChg>
        <pc:spChg chg="mod">
          <ac:chgData name="Jan Novak" userId="1a56226553c618a2" providerId="LiveId" clId="{E3B4918E-38CB-464C-BBE3-464D048D27BA}" dt="2021-08-06T12:20:01.505" v="447"/>
          <ac:spMkLst>
            <pc:docMk/>
            <pc:sldMk cId="1443493946" sldId="263"/>
            <ac:spMk id="51" creationId="{148C6B13-94A8-4905-B1A8-A6EF5E6A798F}"/>
          </ac:spMkLst>
        </pc:spChg>
        <pc:spChg chg="add mod">
          <ac:chgData name="Jan Novak" userId="1a56226553c618a2" providerId="LiveId" clId="{E3B4918E-38CB-464C-BBE3-464D048D27BA}" dt="2021-08-06T12:24:09.585" v="508" actId="1076"/>
          <ac:spMkLst>
            <pc:docMk/>
            <pc:sldMk cId="1443493946" sldId="263"/>
            <ac:spMk id="57" creationId="{6B0454E8-9529-4B68-BD85-4858B1C4023E}"/>
          </ac:spMkLst>
        </pc:spChg>
        <pc:spChg chg="add del mod">
          <ac:chgData name="Jan Novak" userId="1a56226553c618a2" providerId="LiveId" clId="{E3B4918E-38CB-464C-BBE3-464D048D27BA}" dt="2021-08-06T12:23:11.469" v="465" actId="478"/>
          <ac:spMkLst>
            <pc:docMk/>
            <pc:sldMk cId="1443493946" sldId="263"/>
            <ac:spMk id="61" creationId="{82BC15EA-65ED-4973-85AD-5D604C478547}"/>
          </ac:spMkLst>
        </pc:spChg>
        <pc:spChg chg="mod">
          <ac:chgData name="Jan Novak" userId="1a56226553c618a2" providerId="LiveId" clId="{E3B4918E-38CB-464C-BBE3-464D048D27BA}" dt="2021-08-06T12:23:29.338" v="484" actId="20577"/>
          <ac:spMkLst>
            <pc:docMk/>
            <pc:sldMk cId="1443493946" sldId="263"/>
            <ac:spMk id="64" creationId="{57228F8C-088B-4050-B8DC-2F1BA66A327E}"/>
          </ac:spMkLst>
        </pc:spChg>
        <pc:spChg chg="mod">
          <ac:chgData name="Jan Novak" userId="1a56226553c618a2" providerId="LiveId" clId="{E3B4918E-38CB-464C-BBE3-464D048D27BA}" dt="2021-08-06T12:23:42.385" v="504" actId="20577"/>
          <ac:spMkLst>
            <pc:docMk/>
            <pc:sldMk cId="1443493946" sldId="263"/>
            <ac:spMk id="67" creationId="{CA80A397-F9C1-4FEA-AEB0-13C142EC787F}"/>
          </ac:spMkLst>
        </pc:spChg>
        <pc:grpChg chg="add mod">
          <ac:chgData name="Jan Novak" userId="1a56226553c618a2" providerId="LiveId" clId="{E3B4918E-38CB-464C-BBE3-464D048D27BA}" dt="2021-08-06T12:24:05.108" v="507" actId="1076"/>
          <ac:grpSpMkLst>
            <pc:docMk/>
            <pc:sldMk cId="1443493946" sldId="263"/>
            <ac:grpSpMk id="31" creationId="{456AB529-6655-4DA4-AE81-9FB514FA7F0B}"/>
          </ac:grpSpMkLst>
        </pc:grpChg>
        <pc:grpChg chg="mod">
          <ac:chgData name="Jan Novak" userId="1a56226553c618a2" providerId="LiveId" clId="{E3B4918E-38CB-464C-BBE3-464D048D27BA}" dt="2021-08-06T12:12:52.099" v="339"/>
          <ac:grpSpMkLst>
            <pc:docMk/>
            <pc:sldMk cId="1443493946" sldId="263"/>
            <ac:grpSpMk id="32" creationId="{0EDB6C1B-2BD0-49B4-A3FE-E821A2EE02DB}"/>
          </ac:grpSpMkLst>
        </pc:grpChg>
        <pc:grpChg chg="add mod">
          <ac:chgData name="Jan Novak" userId="1a56226553c618a2" providerId="LiveId" clId="{E3B4918E-38CB-464C-BBE3-464D048D27BA}" dt="2021-08-06T12:24:49.905" v="514" actId="1076"/>
          <ac:grpSpMkLst>
            <pc:docMk/>
            <pc:sldMk cId="1443493946" sldId="263"/>
            <ac:grpSpMk id="44" creationId="{AC57EDE8-74BA-4642-91FD-AF7C432DBAE7}"/>
          </ac:grpSpMkLst>
        </pc:grpChg>
        <pc:grpChg chg="add mod">
          <ac:chgData name="Jan Novak" userId="1a56226553c618a2" providerId="LiveId" clId="{E3B4918E-38CB-464C-BBE3-464D048D27BA}" dt="2021-08-06T12:24:15.682" v="509" actId="1076"/>
          <ac:grpSpMkLst>
            <pc:docMk/>
            <pc:sldMk cId="1443493946" sldId="263"/>
            <ac:grpSpMk id="48" creationId="{1558F851-0CA4-45CE-A4D0-645AA35172BD}"/>
          </ac:grpSpMkLst>
        </pc:grpChg>
        <pc:grpChg chg="mod">
          <ac:chgData name="Jan Novak" userId="1a56226553c618a2" providerId="LiveId" clId="{E3B4918E-38CB-464C-BBE3-464D048D27BA}" dt="2021-08-06T12:20:01.505" v="447"/>
          <ac:grpSpMkLst>
            <pc:docMk/>
            <pc:sldMk cId="1443493946" sldId="263"/>
            <ac:grpSpMk id="49" creationId="{A18A9B30-CC50-4BD5-BB1F-A979D18A3E03}"/>
          </ac:grpSpMkLst>
        </pc:grpChg>
        <pc:grpChg chg="add mod">
          <ac:chgData name="Jan Novak" userId="1a56226553c618a2" providerId="LiveId" clId="{E3B4918E-38CB-464C-BBE3-464D048D27BA}" dt="2021-08-06T12:24:05.108" v="507" actId="1076"/>
          <ac:grpSpMkLst>
            <pc:docMk/>
            <pc:sldMk cId="1443493946" sldId="263"/>
            <ac:grpSpMk id="62" creationId="{6810615F-E6F6-4F07-97B6-9CD6F4EB444C}"/>
          </ac:grpSpMkLst>
        </pc:grpChg>
        <pc:grpChg chg="add mod">
          <ac:chgData name="Jan Novak" userId="1a56226553c618a2" providerId="LiveId" clId="{E3B4918E-38CB-464C-BBE3-464D048D27BA}" dt="2021-08-06T12:24:05.108" v="507" actId="1076"/>
          <ac:grpSpMkLst>
            <pc:docMk/>
            <pc:sldMk cId="1443493946" sldId="263"/>
            <ac:grpSpMk id="63" creationId="{445BB8F0-D955-43BE-821B-6F74791603A9}"/>
          </ac:grpSpMkLst>
        </pc:grpChg>
        <pc:grpChg chg="add mod">
          <ac:chgData name="Jan Novak" userId="1a56226553c618a2" providerId="LiveId" clId="{E3B4918E-38CB-464C-BBE3-464D048D27BA}" dt="2021-08-06T12:24:05.108" v="507" actId="1076"/>
          <ac:grpSpMkLst>
            <pc:docMk/>
            <pc:sldMk cId="1443493946" sldId="263"/>
            <ac:grpSpMk id="66" creationId="{DE459662-0A9A-4608-A24D-4ECCF2EFFA3D}"/>
          </ac:grpSpMkLst>
        </pc:grpChg>
        <pc:picChg chg="add mod">
          <ac:chgData name="Jan Novak" userId="1a56226553c618a2" providerId="LiveId" clId="{E3B4918E-38CB-464C-BBE3-464D048D27BA}" dt="2021-08-06T12:24:05.108" v="507" actId="1076"/>
          <ac:picMkLst>
            <pc:docMk/>
            <pc:sldMk cId="1443493946" sldId="263"/>
            <ac:picMk id="10" creationId="{406DEC71-EDFD-49DB-B1B5-932E235EF0CF}"/>
          </ac:picMkLst>
        </pc:picChg>
        <pc:picChg chg="add mod">
          <ac:chgData name="Jan Novak" userId="1a56226553c618a2" providerId="LiveId" clId="{E3B4918E-38CB-464C-BBE3-464D048D27BA}" dt="2021-08-06T12:08:21.590" v="252" actId="1076"/>
          <ac:picMkLst>
            <pc:docMk/>
            <pc:sldMk cId="1443493946" sldId="263"/>
            <ac:picMk id="11" creationId="{238921B6-E199-4554-A3FF-FB4F09EF9A7D}"/>
          </ac:picMkLst>
        </pc:picChg>
        <pc:picChg chg="add mod">
          <ac:chgData name="Jan Novak" userId="1a56226553c618a2" providerId="LiveId" clId="{E3B4918E-38CB-464C-BBE3-464D048D27BA}" dt="2021-08-06T12:23:17.591" v="466" actId="164"/>
          <ac:picMkLst>
            <pc:docMk/>
            <pc:sldMk cId="1443493946" sldId="263"/>
            <ac:picMk id="14" creationId="{D7A68207-CF8F-4485-BCDF-2D9AC740B403}"/>
          </ac:picMkLst>
        </pc:picChg>
        <pc:picChg chg="add mod">
          <ac:chgData name="Jan Novak" userId="1a56226553c618a2" providerId="LiveId" clId="{E3B4918E-38CB-464C-BBE3-464D048D27BA}" dt="2021-08-06T12:17:42.098" v="393" actId="164"/>
          <ac:picMkLst>
            <pc:docMk/>
            <pc:sldMk cId="1443493946" sldId="263"/>
            <ac:picMk id="43" creationId="{6204B3BD-7650-4333-AC55-E8379D0674DF}"/>
          </ac:picMkLst>
        </pc:picChg>
        <pc:picChg chg="mod">
          <ac:chgData name="Jan Novak" userId="1a56226553c618a2" providerId="LiveId" clId="{E3B4918E-38CB-464C-BBE3-464D048D27BA}" dt="2021-08-06T12:23:20.894" v="467"/>
          <ac:picMkLst>
            <pc:docMk/>
            <pc:sldMk cId="1443493946" sldId="263"/>
            <ac:picMk id="65" creationId="{7B3795D3-6031-4F95-8ECD-798DC3E1BFCC}"/>
          </ac:picMkLst>
        </pc:picChg>
        <pc:picChg chg="mod">
          <ac:chgData name="Jan Novak" userId="1a56226553c618a2" providerId="LiveId" clId="{E3B4918E-38CB-464C-BBE3-464D048D27BA}" dt="2021-08-06T12:23:33.148" v="485"/>
          <ac:picMkLst>
            <pc:docMk/>
            <pc:sldMk cId="1443493946" sldId="263"/>
            <ac:picMk id="68" creationId="{624DBFA5-BA7B-420F-8300-2AA95469C85F}"/>
          </ac:picMkLst>
        </pc:picChg>
        <pc:cxnChg chg="add mod">
          <ac:chgData name="Jan Novak" userId="1a56226553c618a2" providerId="LiveId" clId="{E3B4918E-38CB-464C-BBE3-464D048D27BA}" dt="2021-08-06T12:24:29.705" v="511" actId="14100"/>
          <ac:cxnSpMkLst>
            <pc:docMk/>
            <pc:sldMk cId="1443493946" sldId="263"/>
            <ac:cxnSpMk id="4" creationId="{ECB368FB-A008-488D-8C45-5F21F9A9B671}"/>
          </ac:cxnSpMkLst>
        </pc:cxnChg>
        <pc:cxnChg chg="add mod">
          <ac:chgData name="Jan Novak" userId="1a56226553c618a2" providerId="LiveId" clId="{E3B4918E-38CB-464C-BBE3-464D048D27BA}" dt="2021-08-06T12:24:05.108" v="507" actId="1076"/>
          <ac:cxnSpMkLst>
            <pc:docMk/>
            <pc:sldMk cId="1443493946" sldId="263"/>
            <ac:cxnSpMk id="8" creationId="{AF19745B-6527-458A-8663-A61375597679}"/>
          </ac:cxnSpMkLst>
        </pc:cxnChg>
        <pc:cxnChg chg="add mod">
          <ac:chgData name="Jan Novak" userId="1a56226553c618a2" providerId="LiveId" clId="{E3B4918E-38CB-464C-BBE3-464D048D27BA}" dt="2021-08-06T12:24:49.905" v="514" actId="1076"/>
          <ac:cxnSpMkLst>
            <pc:docMk/>
            <pc:sldMk cId="1443493946" sldId="263"/>
            <ac:cxnSpMk id="25" creationId="{6A2DCD4C-384E-4EAD-99F2-EA7CC92576D5}"/>
          </ac:cxnSpMkLst>
        </pc:cxnChg>
        <pc:cxnChg chg="mod">
          <ac:chgData name="Jan Novak" userId="1a56226553c618a2" providerId="LiveId" clId="{E3B4918E-38CB-464C-BBE3-464D048D27BA}" dt="2021-08-06T12:12:52.099" v="339"/>
          <ac:cxnSpMkLst>
            <pc:docMk/>
            <pc:sldMk cId="1443493946" sldId="263"/>
            <ac:cxnSpMk id="36" creationId="{7BD835F1-094C-4326-9B01-5C02779922CB}"/>
          </ac:cxnSpMkLst>
        </pc:cxnChg>
        <pc:cxnChg chg="mod">
          <ac:chgData name="Jan Novak" userId="1a56226553c618a2" providerId="LiveId" clId="{E3B4918E-38CB-464C-BBE3-464D048D27BA}" dt="2021-08-06T12:12:52.099" v="339"/>
          <ac:cxnSpMkLst>
            <pc:docMk/>
            <pc:sldMk cId="1443493946" sldId="263"/>
            <ac:cxnSpMk id="37" creationId="{56FFBAB3-FE2A-4936-B308-9C88244D144F}"/>
          </ac:cxnSpMkLst>
        </pc:cxnChg>
        <pc:cxnChg chg="mod">
          <ac:chgData name="Jan Novak" userId="1a56226553c618a2" providerId="LiveId" clId="{E3B4918E-38CB-464C-BBE3-464D048D27BA}" dt="2021-08-06T12:12:52.099" v="339"/>
          <ac:cxnSpMkLst>
            <pc:docMk/>
            <pc:sldMk cId="1443493946" sldId="263"/>
            <ac:cxnSpMk id="38" creationId="{9332D384-37FC-4CC4-B473-EFB9A79FBB8D}"/>
          </ac:cxnSpMkLst>
        </pc:cxnChg>
        <pc:cxnChg chg="mod">
          <ac:chgData name="Jan Novak" userId="1a56226553c618a2" providerId="LiveId" clId="{E3B4918E-38CB-464C-BBE3-464D048D27BA}" dt="2021-08-06T12:12:52.099" v="339"/>
          <ac:cxnSpMkLst>
            <pc:docMk/>
            <pc:sldMk cId="1443493946" sldId="263"/>
            <ac:cxnSpMk id="39" creationId="{AD44DD27-60A2-4C99-B772-BA6290B3D4B5}"/>
          </ac:cxnSpMkLst>
        </pc:cxnChg>
        <pc:cxnChg chg="mod">
          <ac:chgData name="Jan Novak" userId="1a56226553c618a2" providerId="LiveId" clId="{E3B4918E-38CB-464C-BBE3-464D048D27BA}" dt="2021-08-06T12:20:01.505" v="447"/>
          <ac:cxnSpMkLst>
            <pc:docMk/>
            <pc:sldMk cId="1443493946" sldId="263"/>
            <ac:cxnSpMk id="52" creationId="{4C4F2C88-86CB-4D8B-8789-EC4947D855F1}"/>
          </ac:cxnSpMkLst>
        </pc:cxnChg>
        <pc:cxnChg chg="mod">
          <ac:chgData name="Jan Novak" userId="1a56226553c618a2" providerId="LiveId" clId="{E3B4918E-38CB-464C-BBE3-464D048D27BA}" dt="2021-08-06T12:20:01.505" v="447"/>
          <ac:cxnSpMkLst>
            <pc:docMk/>
            <pc:sldMk cId="1443493946" sldId="263"/>
            <ac:cxnSpMk id="53" creationId="{FA26F2BD-E7A4-4058-B28C-87F32D9BC69A}"/>
          </ac:cxnSpMkLst>
        </pc:cxnChg>
        <pc:cxnChg chg="mod">
          <ac:chgData name="Jan Novak" userId="1a56226553c618a2" providerId="LiveId" clId="{E3B4918E-38CB-464C-BBE3-464D048D27BA}" dt="2021-08-06T12:20:01.505" v="447"/>
          <ac:cxnSpMkLst>
            <pc:docMk/>
            <pc:sldMk cId="1443493946" sldId="263"/>
            <ac:cxnSpMk id="54" creationId="{E251A252-9742-40CC-BF7B-1B163859879B}"/>
          </ac:cxnSpMkLst>
        </pc:cxnChg>
        <pc:cxnChg chg="mod">
          <ac:chgData name="Jan Novak" userId="1a56226553c618a2" providerId="LiveId" clId="{E3B4918E-38CB-464C-BBE3-464D048D27BA}" dt="2021-08-06T12:20:01.505" v="447"/>
          <ac:cxnSpMkLst>
            <pc:docMk/>
            <pc:sldMk cId="1443493946" sldId="263"/>
            <ac:cxnSpMk id="55" creationId="{ABC7DF0E-9138-4F2D-8506-12D0E3CE8C27}"/>
          </ac:cxnSpMkLst>
        </pc:cxnChg>
        <pc:cxnChg chg="add mod">
          <ac:chgData name="Jan Novak" userId="1a56226553c618a2" providerId="LiveId" clId="{E3B4918E-38CB-464C-BBE3-464D048D27BA}" dt="2021-08-06T12:24:49.905" v="514" actId="1076"/>
          <ac:cxnSpMkLst>
            <pc:docMk/>
            <pc:sldMk cId="1443493946" sldId="263"/>
            <ac:cxnSpMk id="58" creationId="{548F7E7B-6376-4216-9FBC-A1E1BA511F0C}"/>
          </ac:cxnSpMkLst>
        </pc:cxnChg>
        <pc:cxnChg chg="add mod">
          <ac:chgData name="Jan Novak" userId="1a56226553c618a2" providerId="LiveId" clId="{E3B4918E-38CB-464C-BBE3-464D048D27BA}" dt="2021-08-06T12:25:27.901" v="523" actId="14100"/>
          <ac:cxnSpMkLst>
            <pc:docMk/>
            <pc:sldMk cId="1443493946" sldId="263"/>
            <ac:cxnSpMk id="72" creationId="{0436AB78-B71A-4D78-BEB0-4A781764611B}"/>
          </ac:cxnSpMkLst>
        </pc:cxnChg>
        <pc:cxnChg chg="add mod">
          <ac:chgData name="Jan Novak" userId="1a56226553c618a2" providerId="LiveId" clId="{E3B4918E-38CB-464C-BBE3-464D048D27BA}" dt="2021-08-06T12:25:25.699" v="521" actId="14100"/>
          <ac:cxnSpMkLst>
            <pc:docMk/>
            <pc:sldMk cId="1443493946" sldId="263"/>
            <ac:cxnSpMk id="74" creationId="{9A7A275B-7AB9-435D-882E-CA882B5A824A}"/>
          </ac:cxnSpMkLst>
        </pc:cxnChg>
      </pc:sldChg>
      <pc:sldChg chg="modSp mod">
        <pc:chgData name="Jan Novak" userId="1a56226553c618a2" providerId="LiveId" clId="{E3B4918E-38CB-464C-BBE3-464D048D27BA}" dt="2021-07-22T10:38:15.185" v="93" actId="27636"/>
        <pc:sldMkLst>
          <pc:docMk/>
          <pc:sldMk cId="4146120142" sldId="267"/>
        </pc:sldMkLst>
        <pc:spChg chg="mod">
          <ac:chgData name="Jan Novak" userId="1a56226553c618a2" providerId="LiveId" clId="{E3B4918E-38CB-464C-BBE3-464D048D27BA}" dt="2021-07-22T10:38:15.185" v="93" actId="27636"/>
          <ac:spMkLst>
            <pc:docMk/>
            <pc:sldMk cId="4146120142" sldId="267"/>
            <ac:spMk id="3" creationId="{964D1DCF-76E2-4269-9674-DD87BAB6112D}"/>
          </ac:spMkLst>
        </pc:spChg>
      </pc:sldChg>
      <pc:sldChg chg="modSp mod">
        <pc:chgData name="Jan Novak" userId="1a56226553c618a2" providerId="LiveId" clId="{E3B4918E-38CB-464C-BBE3-464D048D27BA}" dt="2021-08-06T12:00:22.548" v="194" actId="20577"/>
        <pc:sldMkLst>
          <pc:docMk/>
          <pc:sldMk cId="2495677833" sldId="268"/>
        </pc:sldMkLst>
        <pc:spChg chg="mod">
          <ac:chgData name="Jan Novak" userId="1a56226553c618a2" providerId="LiveId" clId="{E3B4918E-38CB-464C-BBE3-464D048D27BA}" dt="2021-08-06T12:00:22.548" v="194" actId="20577"/>
          <ac:spMkLst>
            <pc:docMk/>
            <pc:sldMk cId="2495677833" sldId="268"/>
            <ac:spMk id="2" creationId="{C23A54BA-1BEB-4718-9DCD-749D95F39F74}"/>
          </ac:spMkLst>
        </pc:spChg>
      </pc:sldChg>
      <pc:sldChg chg="addSp modSp mod">
        <pc:chgData name="Jan Novak" userId="1a56226553c618a2" providerId="LiveId" clId="{E3B4918E-38CB-464C-BBE3-464D048D27BA}" dt="2021-08-06T12:07:31.978" v="247" actId="14100"/>
        <pc:sldMkLst>
          <pc:docMk/>
          <pc:sldMk cId="3006348504" sldId="269"/>
        </pc:sldMkLst>
        <pc:spChg chg="mod">
          <ac:chgData name="Jan Novak" userId="1a56226553c618a2" providerId="LiveId" clId="{E3B4918E-38CB-464C-BBE3-464D048D27BA}" dt="2021-08-06T12:05:17.344" v="223" actId="1076"/>
          <ac:spMkLst>
            <pc:docMk/>
            <pc:sldMk cId="3006348504" sldId="269"/>
            <ac:spMk id="2" creationId="{C23A54BA-1BEB-4718-9DCD-749D95F39F74}"/>
          </ac:spMkLst>
        </pc:spChg>
        <pc:spChg chg="mod">
          <ac:chgData name="Jan Novak" userId="1a56226553c618a2" providerId="LiveId" clId="{E3B4918E-38CB-464C-BBE3-464D048D27BA}" dt="2021-07-22T10:46:12.663" v="114" actId="20577"/>
          <ac:spMkLst>
            <pc:docMk/>
            <pc:sldMk cId="3006348504" sldId="269"/>
            <ac:spMk id="57" creationId="{0CA2FA4E-50B4-4FD0-B00C-5F6F275C1F38}"/>
          </ac:spMkLst>
        </pc:spChg>
        <pc:spChg chg="mod">
          <ac:chgData name="Jan Novak" userId="1a56226553c618a2" providerId="LiveId" clId="{E3B4918E-38CB-464C-BBE3-464D048D27BA}" dt="2021-07-22T10:46:28.324" v="128" actId="20577"/>
          <ac:spMkLst>
            <pc:docMk/>
            <pc:sldMk cId="3006348504" sldId="269"/>
            <ac:spMk id="58" creationId="{FA2F384A-1D16-4378-837C-314D5DE5A83C}"/>
          </ac:spMkLst>
        </pc:spChg>
        <pc:spChg chg="mod">
          <ac:chgData name="Jan Novak" userId="1a56226553c618a2" providerId="LiveId" clId="{E3B4918E-38CB-464C-BBE3-464D048D27BA}" dt="2021-07-22T10:46:42.506" v="142" actId="20577"/>
          <ac:spMkLst>
            <pc:docMk/>
            <pc:sldMk cId="3006348504" sldId="269"/>
            <ac:spMk id="59" creationId="{08D86167-CC07-4942-8E00-321DF8739470}"/>
          </ac:spMkLst>
        </pc:spChg>
        <pc:spChg chg="mod">
          <ac:chgData name="Jan Novak" userId="1a56226553c618a2" providerId="LiveId" clId="{E3B4918E-38CB-464C-BBE3-464D048D27BA}" dt="2021-07-22T10:46:52.987" v="154" actId="20577"/>
          <ac:spMkLst>
            <pc:docMk/>
            <pc:sldMk cId="3006348504" sldId="269"/>
            <ac:spMk id="60" creationId="{210B61B8-BDDB-471D-80FC-28A5608F3652}"/>
          </ac:spMkLst>
        </pc:spChg>
        <pc:spChg chg="add mod">
          <ac:chgData name="Jan Novak" userId="1a56226553c618a2" providerId="LiveId" clId="{E3B4918E-38CB-464C-BBE3-464D048D27BA}" dt="2021-07-22T10:47:21.197" v="168" actId="1076"/>
          <ac:spMkLst>
            <pc:docMk/>
            <pc:sldMk cId="3006348504" sldId="269"/>
            <ac:spMk id="65" creationId="{23E09B80-2FB1-4E7A-B28E-0E6140CBFF4C}"/>
          </ac:spMkLst>
        </pc:spChg>
        <pc:spChg chg="mod">
          <ac:chgData name="Jan Novak" userId="1a56226553c618a2" providerId="LiveId" clId="{E3B4918E-38CB-464C-BBE3-464D048D27BA}" dt="2021-08-06T12:05:50.050" v="233" actId="14100"/>
          <ac:spMkLst>
            <pc:docMk/>
            <pc:sldMk cId="3006348504" sldId="269"/>
            <ac:spMk id="125" creationId="{69EEC51C-A145-4933-B9E1-44859F3A1F53}"/>
          </ac:spMkLst>
        </pc:spChg>
        <pc:grpChg chg="mod">
          <ac:chgData name="Jan Novak" userId="1a56226553c618a2" providerId="LiveId" clId="{E3B4918E-38CB-464C-BBE3-464D048D27BA}" dt="2021-08-06T12:07:31.978" v="247" actId="14100"/>
          <ac:grpSpMkLst>
            <pc:docMk/>
            <pc:sldMk cId="3006348504" sldId="269"/>
            <ac:grpSpMk id="120" creationId="{FE40334E-BE06-4B0D-99CB-ECA30DF09848}"/>
          </ac:grpSpMkLst>
        </pc:grpChg>
        <pc:picChg chg="add mod">
          <ac:chgData name="Jan Novak" userId="1a56226553c618a2" providerId="LiveId" clId="{E3B4918E-38CB-464C-BBE3-464D048D27BA}" dt="2021-07-22T10:45:44.616" v="97" actId="1076"/>
          <ac:picMkLst>
            <pc:docMk/>
            <pc:sldMk cId="3006348504" sldId="269"/>
            <ac:picMk id="5" creationId="{7C3E8052-18C3-41A1-A878-1A940F9E6230}"/>
          </ac:picMkLst>
        </pc:picChg>
        <pc:picChg chg="add mod">
          <ac:chgData name="Jan Novak" userId="1a56226553c618a2" providerId="LiveId" clId="{E3B4918E-38CB-464C-BBE3-464D048D27BA}" dt="2021-08-06T12:05:12.704" v="222" actId="1076"/>
          <ac:picMkLst>
            <pc:docMk/>
            <pc:sldMk cId="3006348504" sldId="269"/>
            <ac:picMk id="6" creationId="{79F7ED4B-848A-4E6C-B956-5D2E4F497A9D}"/>
          </ac:picMkLst>
        </pc:picChg>
        <pc:picChg chg="add mod">
          <ac:chgData name="Jan Novak" userId="1a56226553c618a2" providerId="LiveId" clId="{E3B4918E-38CB-464C-BBE3-464D048D27BA}" dt="2021-08-06T12:05:47.481" v="232" actId="1076"/>
          <ac:picMkLst>
            <pc:docMk/>
            <pc:sldMk cId="3006348504" sldId="269"/>
            <ac:picMk id="66" creationId="{49F9BDCF-7DA1-40AC-9F9F-C11BB7C5D672}"/>
          </ac:picMkLst>
        </pc:picChg>
        <pc:picChg chg="add mod">
          <ac:chgData name="Jan Novak" userId="1a56226553c618a2" providerId="LiveId" clId="{E3B4918E-38CB-464C-BBE3-464D048D27BA}" dt="2021-08-06T12:06:41.521" v="243" actId="1076"/>
          <ac:picMkLst>
            <pc:docMk/>
            <pc:sldMk cId="3006348504" sldId="269"/>
            <ac:picMk id="67" creationId="{3B897215-5932-493E-B993-0296FE3C7FAB}"/>
          </ac:picMkLst>
        </pc:picChg>
        <pc:picChg chg="add mod">
          <ac:chgData name="Jan Novak" userId="1a56226553c618a2" providerId="LiveId" clId="{E3B4918E-38CB-464C-BBE3-464D048D27BA}" dt="2021-08-06T12:06:37.843" v="242" actId="1076"/>
          <ac:picMkLst>
            <pc:docMk/>
            <pc:sldMk cId="3006348504" sldId="269"/>
            <ac:picMk id="68" creationId="{E3D31C66-42A0-4E0F-893A-288776286E31}"/>
          </ac:picMkLst>
        </pc:picChg>
        <pc:picChg chg="add mod">
          <ac:chgData name="Jan Novak" userId="1a56226553c618a2" providerId="LiveId" clId="{E3B4918E-38CB-464C-BBE3-464D048D27BA}" dt="2021-08-06T12:06:48.049" v="245" actId="1076"/>
          <ac:picMkLst>
            <pc:docMk/>
            <pc:sldMk cId="3006348504" sldId="269"/>
            <ac:picMk id="69" creationId="{D849DEE5-AF88-42F6-82B5-C49626BE2695}"/>
          </ac:picMkLst>
        </pc:picChg>
        <pc:cxnChg chg="add mod">
          <ac:chgData name="Jan Novak" userId="1a56226553c618a2" providerId="LiveId" clId="{E3B4918E-38CB-464C-BBE3-464D048D27BA}" dt="2021-07-22T10:45:58.726" v="100" actId="14100"/>
          <ac:cxnSpMkLst>
            <pc:docMk/>
            <pc:sldMk cId="3006348504" sldId="269"/>
            <ac:cxnSpMk id="64" creationId="{EF5C4674-EBD6-4239-917A-167D2ECE8CA2}"/>
          </ac:cxnSpMkLst>
        </pc:cxnChg>
        <pc:cxnChg chg="mod">
          <ac:chgData name="Jan Novak" userId="1a56226553c618a2" providerId="LiveId" clId="{E3B4918E-38CB-464C-BBE3-464D048D27BA}" dt="2021-08-06T12:07:31.978" v="247" actId="14100"/>
          <ac:cxnSpMkLst>
            <pc:docMk/>
            <pc:sldMk cId="3006348504" sldId="269"/>
            <ac:cxnSpMk id="95" creationId="{ED8F8F76-C5FC-479E-8033-CB10766EC1FE}"/>
          </ac:cxnSpMkLst>
        </pc:cxnChg>
        <pc:cxnChg chg="mod">
          <ac:chgData name="Jan Novak" userId="1a56226553c618a2" providerId="LiveId" clId="{E3B4918E-38CB-464C-BBE3-464D048D27BA}" dt="2021-08-06T12:05:50.050" v="233" actId="14100"/>
          <ac:cxnSpMkLst>
            <pc:docMk/>
            <pc:sldMk cId="3006348504" sldId="269"/>
            <ac:cxnSpMk id="126" creationId="{71505739-DD5D-410E-9DB4-876EB02157AA}"/>
          </ac:cxnSpMkLst>
        </pc:cxnChg>
      </pc:sldChg>
      <pc:sldChg chg="modSp mod">
        <pc:chgData name="Jan Novak" userId="1a56226553c618a2" providerId="LiveId" clId="{E3B4918E-38CB-464C-BBE3-464D048D27BA}" dt="2021-08-06T11:59:35.456" v="174" actId="13926"/>
        <pc:sldMkLst>
          <pc:docMk/>
          <pc:sldMk cId="222098078" sldId="270"/>
        </pc:sldMkLst>
        <pc:spChg chg="mod">
          <ac:chgData name="Jan Novak" userId="1a56226553c618a2" providerId="LiveId" clId="{E3B4918E-38CB-464C-BBE3-464D048D27BA}" dt="2021-08-06T11:59:35.456" v="174" actId="13926"/>
          <ac:spMkLst>
            <pc:docMk/>
            <pc:sldMk cId="222098078" sldId="270"/>
            <ac:spMk id="3" creationId="{6F6B62E1-CD76-44DB-A4A7-1BB3DCB7B4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2AF31-C62E-4F1B-AAD2-AF0406382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3138D-ECE3-43D7-BE63-851BBB22C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A4FE4-E569-4A43-AF42-5FCCECB05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75BA-ABDE-473E-A6C9-CE8F4F15D8F3}" type="datetimeFigureOut">
              <a:rPr lang="en-US" smtClean="0"/>
              <a:t>8/6/2021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54C9A-3A16-4318-95C8-4018796B9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6FC31-8E08-4946-94A0-871723BD1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1FBD4-501C-4F8F-BD61-9C570E9B3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49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5D1EA-BF07-47ED-9F19-1A6EAC757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17084-DB43-41E8-B8DE-69DDFE49A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70EA1-5500-40DF-964B-0E02EC603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75BA-ABDE-473E-A6C9-CE8F4F15D8F3}" type="datetimeFigureOut">
              <a:rPr lang="en-US" smtClean="0"/>
              <a:t>8/6/2021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641AF-C60F-47A0-BD3B-CFC06070D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F05FE-F7A7-49A5-91B8-5B9B394D0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1FBD4-501C-4F8F-BD61-9C570E9B3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673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741EF-8D8D-4A96-BD91-B27250C43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6E357-8EEF-4BA2-80CD-541661486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B8B26-537F-48A4-8AB4-D8EA72FF8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75BA-ABDE-473E-A6C9-CE8F4F15D8F3}" type="datetimeFigureOut">
              <a:rPr lang="en-US" smtClean="0"/>
              <a:t>8/6/2021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C209F-13BB-49B3-A8D5-0B99A23F7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2C592-4DAE-48FD-A35D-3452AB2E9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1FBD4-501C-4F8F-BD61-9C570E9B3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212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14572-6F87-479B-9E80-392B8A2D9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02D9A-19E9-4D3D-A38A-3BE3DEF49D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14BCC-5EE7-4D0B-8892-C8ED51F93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99B97-8E3A-4F97-8676-4FF190C32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75BA-ABDE-473E-A6C9-CE8F4F15D8F3}" type="datetimeFigureOut">
              <a:rPr lang="en-US" smtClean="0"/>
              <a:t>8/6/2021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B7F250-9567-4B18-9BA3-CD4A90FAA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BF0B4-6F00-4123-B1FC-80EB2F427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1FBD4-501C-4F8F-BD61-9C570E9B3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868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9CBBC-2DFE-4FEE-8A34-C15D1FC91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6D766-6AF5-458F-B36C-FC8C8E582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A90B98-7541-4776-BD09-C41A564F6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90DBD2-806B-4C7F-A48B-41A6EA76BC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AC096A-3B34-42D7-A87C-B68E1343F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7F6939-E212-40AD-8373-B954E2281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75BA-ABDE-473E-A6C9-CE8F4F15D8F3}" type="datetimeFigureOut">
              <a:rPr lang="en-US" smtClean="0"/>
              <a:t>8/6/2021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C51FE4-8242-4864-BDF7-5E6072FC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A82026-BC70-4A15-9C91-00F531E9F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1FBD4-501C-4F8F-BD61-9C570E9B3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446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DF082-9121-46B7-8E12-2789B3EF8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AC1B59-1733-477E-B5FD-00E2793F8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75BA-ABDE-473E-A6C9-CE8F4F15D8F3}" type="datetimeFigureOut">
              <a:rPr lang="en-US" smtClean="0"/>
              <a:t>8/6/2021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6FCF39-9C9F-49D9-B233-94C97E4B7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EE8B1C-6A55-455C-A537-B1FF477F8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1FBD4-501C-4F8F-BD61-9C570E9B3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07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FD1ACB-2BA7-45AB-BD47-54E452C7D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75BA-ABDE-473E-A6C9-CE8F4F15D8F3}" type="datetimeFigureOut">
              <a:rPr lang="en-US" smtClean="0"/>
              <a:t>8/6/2021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F08885-A17C-42FB-B01D-C9252189A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D31F4-41B6-4DB3-A195-37E8589CD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1FBD4-501C-4F8F-BD61-9C570E9B3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650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CF976-97B7-4105-9066-BF1D85764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DB8B0-B185-45A3-BE36-B8C2DD583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1E1218-9D63-4DCA-95E2-5B2F80F53A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6F30F2-7DF7-4F27-800C-CE33AEEE8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75BA-ABDE-473E-A6C9-CE8F4F15D8F3}" type="datetimeFigureOut">
              <a:rPr lang="en-US" smtClean="0"/>
              <a:t>8/6/2021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0515B-C977-4304-A52E-5DD31D837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B81BE-2070-4C19-8AC2-B5275B7DF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1FBD4-501C-4F8F-BD61-9C570E9B3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664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9F719-7CE7-4396-BFE8-8F1BE1AC3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EEFADB-1ED7-4083-A179-C3FEABB13E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D9F688-4AD1-40D3-96D1-347DD5208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CC520-D172-491C-AFCD-7D9240A03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75BA-ABDE-473E-A6C9-CE8F4F15D8F3}" type="datetimeFigureOut">
              <a:rPr lang="en-US" smtClean="0"/>
              <a:t>8/6/2021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024435-BA53-4578-884C-77C696F80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D3289-3EBA-4864-8FC3-4EF7B9CA5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1FBD4-501C-4F8F-BD61-9C570E9B3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383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6B6E-F0F5-4FB0-9150-C25075A91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BF2702-DD0C-478B-82A4-13E86AB753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0DA40-F59C-4C33-B24D-47DCA53E4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75BA-ABDE-473E-A6C9-CE8F4F15D8F3}" type="datetimeFigureOut">
              <a:rPr lang="en-US" smtClean="0"/>
              <a:t>8/6/2021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41F4A-7299-4154-8339-BD3AF36DB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D039F-0343-4867-81D5-FBA9C1A7B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1FBD4-501C-4F8F-BD61-9C570E9B3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43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2F7D82-BF29-4A31-AA7A-AC3CDFB41E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70CE35-CD21-4C98-B10C-C4D8EB4BCA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51EE9-FDA6-4396-BB12-45C7D29C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75BA-ABDE-473E-A6C9-CE8F4F15D8F3}" type="datetimeFigureOut">
              <a:rPr lang="en-US" smtClean="0"/>
              <a:t>8/6/2021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36B4D-16F2-4B98-88F9-8B630D8D7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4FC91-20C6-403B-B4C6-CC6C7FDE3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1FBD4-501C-4F8F-BD61-9C570E9B3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01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EA457A-8128-405D-A08C-D707D9FBD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44256-AD55-457A-8DCE-9BA8146FE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C37C5-61A6-46C1-96F3-76654A6B3B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E75BA-ABDE-473E-A6C9-CE8F4F15D8F3}" type="datetimeFigureOut">
              <a:rPr lang="en-US" smtClean="0"/>
              <a:t>8/6/2021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7F5F2-7F8D-4E2F-B87B-46DA916EA7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E1596-F9F6-4C3C-9124-80B833D9F2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31FBD4-501C-4F8F-BD61-9C570E9B3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066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80FE16EA-ED49-43A9-86F4-64023BB167B8}"/>
              </a:ext>
            </a:extLst>
          </p:cNvPr>
          <p:cNvSpPr txBox="1"/>
          <p:nvPr/>
        </p:nvSpPr>
        <p:spPr>
          <a:xfrm>
            <a:off x="88983" y="59206"/>
            <a:ext cx="864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Legend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0C7DC4-A32E-419D-B991-8B631F4B93C1}"/>
              </a:ext>
            </a:extLst>
          </p:cNvPr>
          <p:cNvSpPr txBox="1"/>
          <p:nvPr/>
        </p:nvSpPr>
        <p:spPr>
          <a:xfrm>
            <a:off x="953002" y="1734879"/>
            <a:ext cx="1560877" cy="21544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ighlight>
                  <a:srgbClr val="00FF00"/>
                </a:highlight>
              </a:rPr>
              <a:t>Movable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ighlight>
                  <a:srgbClr val="FFFF00"/>
                </a:highlight>
              </a:rPr>
              <a:t>Collidable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ighlight>
                  <a:srgbClr val="FF00FF"/>
                </a:highlight>
              </a:rPr>
              <a:t>Moveable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strike="sngStrike" dirty="0">
                <a:highlight>
                  <a:srgbClr val="FF0000"/>
                </a:highlight>
              </a:rPr>
              <a:t>Camera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 err="1"/>
              <a:t>FlagHasMoved</a:t>
            </a:r>
            <a:endParaRPr lang="en-US" sz="1400" i="1" dirty="0"/>
          </a:p>
          <a:p>
            <a:endParaRPr lang="en-US" sz="1400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8D2111-E167-408D-BAB2-F11C18CE7472}"/>
              </a:ext>
            </a:extLst>
          </p:cNvPr>
          <p:cNvSpPr txBox="1"/>
          <p:nvPr/>
        </p:nvSpPr>
        <p:spPr>
          <a:xfrm>
            <a:off x="3853729" y="1714800"/>
            <a:ext cx="680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Standard component assignable from entity specification + no changes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5758A76-C064-4AFE-832D-FB8550DAA009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1970202" y="1899466"/>
            <a:ext cx="1883527" cy="224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21D7972-7A22-49C1-BD9E-AA17F6F38023}"/>
              </a:ext>
            </a:extLst>
          </p:cNvPr>
          <p:cNvSpPr txBox="1"/>
          <p:nvPr/>
        </p:nvSpPr>
        <p:spPr>
          <a:xfrm>
            <a:off x="3861586" y="2438736"/>
            <a:ext cx="6639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Standard component assignable from entity specification + </a:t>
            </a:r>
            <a:r>
              <a:rPr lang="en-US" dirty="0">
                <a:highlight>
                  <a:srgbClr val="FFFF00"/>
                </a:highlight>
              </a:rPr>
              <a:t>read data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514821-BCD2-4222-B69E-345A707FDAC7}"/>
              </a:ext>
            </a:extLst>
          </p:cNvPr>
          <p:cNvSpPr txBox="1"/>
          <p:nvPr/>
        </p:nvSpPr>
        <p:spPr>
          <a:xfrm>
            <a:off x="3853729" y="2862122"/>
            <a:ext cx="6871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Standard component assignable from entity specification + </a:t>
            </a:r>
            <a:r>
              <a:rPr lang="en-US" dirty="0">
                <a:highlight>
                  <a:srgbClr val="FF00FF"/>
                </a:highlight>
              </a:rPr>
              <a:t>modify data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E7475F4-9196-420C-B60E-141AE443C6B5}"/>
              </a:ext>
            </a:extLst>
          </p:cNvPr>
          <p:cNvSpPr txBox="1"/>
          <p:nvPr/>
        </p:nvSpPr>
        <p:spPr>
          <a:xfrm>
            <a:off x="3853729" y="3626854"/>
            <a:ext cx="5106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Temporary component valid for 1 cycle + no changes</a:t>
            </a:r>
            <a:endParaRPr lang="en-US" dirty="0">
              <a:highlight>
                <a:srgbClr val="FF0000"/>
              </a:highlight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11F87C8-7869-4E11-9BC8-DF4A4EB56A08}"/>
              </a:ext>
            </a:extLst>
          </p:cNvPr>
          <p:cNvSpPr txBox="1"/>
          <p:nvPr/>
        </p:nvSpPr>
        <p:spPr>
          <a:xfrm>
            <a:off x="3853729" y="2027964"/>
            <a:ext cx="6546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Standard component assignable from entity specification + </a:t>
            </a:r>
            <a:r>
              <a:rPr lang="en-US" dirty="0">
                <a:highlight>
                  <a:srgbClr val="00FF00"/>
                </a:highlight>
              </a:rPr>
              <a:t>created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6DAAD31-A8FC-46B1-9F91-AC1566CAD959}"/>
              </a:ext>
            </a:extLst>
          </p:cNvPr>
          <p:cNvSpPr txBox="1"/>
          <p:nvPr/>
        </p:nvSpPr>
        <p:spPr>
          <a:xfrm>
            <a:off x="3861586" y="3241225"/>
            <a:ext cx="7934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Standard component assignable from entity specification + </a:t>
            </a:r>
            <a:r>
              <a:rPr lang="en-US" strike="sngStrike" dirty="0">
                <a:highlight>
                  <a:srgbClr val="FF0000"/>
                </a:highlight>
              </a:rPr>
              <a:t>removed component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645232A-3B0D-4992-8146-8AA74E5FF555}"/>
              </a:ext>
            </a:extLst>
          </p:cNvPr>
          <p:cNvSpPr txBox="1"/>
          <p:nvPr/>
        </p:nvSpPr>
        <p:spPr>
          <a:xfrm>
            <a:off x="3861586" y="1281219"/>
            <a:ext cx="1197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Entity alias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7FE736A8-DE42-428E-B541-9424B2295FF4}"/>
              </a:ext>
            </a:extLst>
          </p:cNvPr>
          <p:cNvCxnSpPr>
            <a:cxnSpLocks/>
            <a:stCxn id="55" idx="1"/>
          </p:cNvCxnSpPr>
          <p:nvPr/>
        </p:nvCxnSpPr>
        <p:spPr>
          <a:xfrm flipH="1">
            <a:off x="1733440" y="1465885"/>
            <a:ext cx="2128146" cy="433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2A1F9F8-72E6-44CA-8668-AEBEAF78D515}"/>
              </a:ext>
            </a:extLst>
          </p:cNvPr>
          <p:cNvCxnSpPr>
            <a:cxnSpLocks/>
            <a:stCxn id="48" idx="1"/>
          </p:cNvCxnSpPr>
          <p:nvPr/>
        </p:nvCxnSpPr>
        <p:spPr>
          <a:xfrm flipH="1">
            <a:off x="1970203" y="2212630"/>
            <a:ext cx="1883526" cy="1204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F9F7894-F2C1-4A48-891E-EA02E7C2785E}"/>
              </a:ext>
            </a:extLst>
          </p:cNvPr>
          <p:cNvCxnSpPr>
            <a:cxnSpLocks/>
            <a:stCxn id="44" idx="1"/>
          </p:cNvCxnSpPr>
          <p:nvPr/>
        </p:nvCxnSpPr>
        <p:spPr>
          <a:xfrm flipH="1" flipV="1">
            <a:off x="2121031" y="2557366"/>
            <a:ext cx="1740555" cy="66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B5913B0-49A4-406D-9F63-5B52610E7652}"/>
              </a:ext>
            </a:extLst>
          </p:cNvPr>
          <p:cNvCxnSpPr>
            <a:cxnSpLocks/>
            <a:stCxn id="45" idx="1"/>
          </p:cNvCxnSpPr>
          <p:nvPr/>
        </p:nvCxnSpPr>
        <p:spPr>
          <a:xfrm flipH="1" flipV="1">
            <a:off x="2121033" y="2802866"/>
            <a:ext cx="1732696" cy="243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8ED5187-D9B7-4E76-843D-827B8AAD536D}"/>
              </a:ext>
            </a:extLst>
          </p:cNvPr>
          <p:cNvCxnSpPr>
            <a:cxnSpLocks/>
            <a:stCxn id="54" idx="1"/>
          </p:cNvCxnSpPr>
          <p:nvPr/>
        </p:nvCxnSpPr>
        <p:spPr>
          <a:xfrm flipH="1" flipV="1">
            <a:off x="2045618" y="3046789"/>
            <a:ext cx="1815968" cy="379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B4BED23-8171-43E9-8860-876340D6F6CE}"/>
              </a:ext>
            </a:extLst>
          </p:cNvPr>
          <p:cNvCxnSpPr>
            <a:cxnSpLocks/>
          </p:cNvCxnSpPr>
          <p:nvPr/>
        </p:nvCxnSpPr>
        <p:spPr>
          <a:xfrm flipH="1" flipV="1">
            <a:off x="2513879" y="3390473"/>
            <a:ext cx="1353163" cy="386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86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BF3DF5D-8E7F-45ED-8EDF-FE511ECDC965}"/>
              </a:ext>
            </a:extLst>
          </p:cNvPr>
          <p:cNvSpPr/>
          <p:nvPr/>
        </p:nvSpPr>
        <p:spPr>
          <a:xfrm>
            <a:off x="4041648" y="1462088"/>
            <a:ext cx="3255264" cy="6227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2" action="ppaction://hlinksldjump"/>
              </a:rPr>
              <a:t>Command System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3A54BA-1BEB-4718-9DCD-749D95F39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-4206"/>
            <a:ext cx="10515600" cy="1325563"/>
          </a:xfrm>
        </p:spPr>
        <p:txBody>
          <a:bodyPr/>
          <a:lstStyle/>
          <a:p>
            <a:r>
              <a:rPr lang="en-US" dirty="0"/>
              <a:t>The System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5A0BF0-662D-4074-8C92-6BBD219884AB}"/>
              </a:ext>
            </a:extLst>
          </p:cNvPr>
          <p:cNvSpPr/>
          <p:nvPr/>
        </p:nvSpPr>
        <p:spPr>
          <a:xfrm>
            <a:off x="4041648" y="2336864"/>
            <a:ext cx="3255264" cy="6227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3" action="ppaction://hlinksldjump"/>
              </a:rPr>
              <a:t>Movement system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79EC90-31C9-4C61-919F-EB45988D77FF}"/>
              </a:ext>
            </a:extLst>
          </p:cNvPr>
          <p:cNvSpPr/>
          <p:nvPr/>
        </p:nvSpPr>
        <p:spPr>
          <a:xfrm>
            <a:off x="4047744" y="3211640"/>
            <a:ext cx="3255264" cy="6227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Entity Generation System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16CD95-36E4-43B5-8AF6-B60D6B3EDDEE}"/>
              </a:ext>
            </a:extLst>
          </p:cNvPr>
          <p:cNvSpPr/>
          <p:nvPr/>
        </p:nvSpPr>
        <p:spPr>
          <a:xfrm>
            <a:off x="4041648" y="4071176"/>
            <a:ext cx="3255264" cy="6227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Collision System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0BEC3A-8942-471E-8E9B-005A4470A211}"/>
              </a:ext>
            </a:extLst>
          </p:cNvPr>
          <p:cNvSpPr/>
          <p:nvPr/>
        </p:nvSpPr>
        <p:spPr>
          <a:xfrm>
            <a:off x="4041648" y="4912424"/>
            <a:ext cx="3255264" cy="6227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Pickup System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3740AF-F590-4BB6-8F21-BCA43DBB00A3}"/>
              </a:ext>
            </a:extLst>
          </p:cNvPr>
          <p:cNvSpPr/>
          <p:nvPr/>
        </p:nvSpPr>
        <p:spPr>
          <a:xfrm>
            <a:off x="7566715" y="4912424"/>
            <a:ext cx="3255264" cy="6227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Damage System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F3AFF2-E8D6-4483-A5B1-DE31AB48B325}"/>
              </a:ext>
            </a:extLst>
          </p:cNvPr>
          <p:cNvSpPr/>
          <p:nvPr/>
        </p:nvSpPr>
        <p:spPr>
          <a:xfrm>
            <a:off x="704088" y="4912424"/>
            <a:ext cx="3255264" cy="6227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Score System</a:t>
            </a:r>
          </a:p>
        </p:txBody>
      </p:sp>
    </p:spTree>
    <p:extLst>
      <p:ext uri="{BB962C8B-B14F-4D97-AF65-F5344CB8AC3E}">
        <p14:creationId xmlns:p14="http://schemas.microsoft.com/office/powerpoint/2010/main" val="437737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A54BA-1BEB-4718-9DCD-749D95F39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153" y="127233"/>
            <a:ext cx="10515600" cy="855519"/>
          </a:xfrm>
        </p:spPr>
        <p:txBody>
          <a:bodyPr/>
          <a:lstStyle/>
          <a:p>
            <a:r>
              <a:rPr lang="en-US" dirty="0"/>
              <a:t>Command System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BAC6F7-5813-4760-9115-1335AD90DC96}"/>
              </a:ext>
            </a:extLst>
          </p:cNvPr>
          <p:cNvCxnSpPr>
            <a:cxnSpLocks/>
            <a:stCxn id="80" idx="2"/>
            <a:endCxn id="82" idx="0"/>
          </p:cNvCxnSpPr>
          <p:nvPr/>
        </p:nvCxnSpPr>
        <p:spPr>
          <a:xfrm flipH="1">
            <a:off x="5516090" y="4539769"/>
            <a:ext cx="597221" cy="395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53DE472-373C-466A-8510-2C23328C1575}"/>
              </a:ext>
            </a:extLst>
          </p:cNvPr>
          <p:cNvCxnSpPr>
            <a:cxnSpLocks/>
            <a:stCxn id="21" idx="3"/>
            <a:endCxn id="7" idx="1"/>
          </p:cNvCxnSpPr>
          <p:nvPr/>
        </p:nvCxnSpPr>
        <p:spPr>
          <a:xfrm flipV="1">
            <a:off x="1675826" y="1954540"/>
            <a:ext cx="3511716" cy="1480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B3E222D-8A94-4D4A-9FBE-2194B31A8F16}"/>
              </a:ext>
            </a:extLst>
          </p:cNvPr>
          <p:cNvCxnSpPr>
            <a:cxnSpLocks/>
            <a:stCxn id="7" idx="2"/>
            <a:endCxn id="15" idx="0"/>
          </p:cNvCxnSpPr>
          <p:nvPr/>
        </p:nvCxnSpPr>
        <p:spPr>
          <a:xfrm flipH="1">
            <a:off x="7006515" y="2617322"/>
            <a:ext cx="1" cy="624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F5F2BC9-5000-4378-9306-BAC00BA0C7B0}"/>
              </a:ext>
            </a:extLst>
          </p:cNvPr>
          <p:cNvSpPr txBox="1"/>
          <p:nvPr/>
        </p:nvSpPr>
        <p:spPr>
          <a:xfrm>
            <a:off x="5593500" y="3241635"/>
            <a:ext cx="282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PerformCommandProcessor</a:t>
            </a:r>
            <a:endParaRPr lang="en-US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D8A041C-F441-4391-8549-C3A13F50F307}"/>
              </a:ext>
            </a:extLst>
          </p:cNvPr>
          <p:cNvGrpSpPr/>
          <p:nvPr/>
        </p:nvGrpSpPr>
        <p:grpSpPr>
          <a:xfrm>
            <a:off x="328977" y="986868"/>
            <a:ext cx="1676444" cy="1455884"/>
            <a:chOff x="463430" y="825200"/>
            <a:chExt cx="1676444" cy="145588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5FF3252-C478-4701-8D54-CFE3DD0085A5}"/>
                </a:ext>
              </a:extLst>
            </p:cNvPr>
            <p:cNvSpPr txBox="1"/>
            <p:nvPr/>
          </p:nvSpPr>
          <p:spPr>
            <a:xfrm>
              <a:off x="635957" y="825200"/>
              <a:ext cx="13313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Controllable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B32994D-4A4C-438B-BC23-13A011231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3430" y="1170712"/>
              <a:ext cx="1676444" cy="1110372"/>
            </a:xfrm>
            <a:prstGeom prst="rect">
              <a:avLst/>
            </a:prstGeom>
          </p:spPr>
        </p:pic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8156320-E692-4BE4-A7C3-059A9677FFE3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2005421" y="1887566"/>
            <a:ext cx="3182121" cy="66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1CD531D-E8AE-4F7B-8F28-6F43F0F7EF5F}"/>
              </a:ext>
            </a:extLst>
          </p:cNvPr>
          <p:cNvCxnSpPr>
            <a:cxnSpLocks/>
            <a:stCxn id="33" idx="3"/>
            <a:endCxn id="7" idx="1"/>
          </p:cNvCxnSpPr>
          <p:nvPr/>
        </p:nvCxnSpPr>
        <p:spPr>
          <a:xfrm flipV="1">
            <a:off x="1675826" y="1954540"/>
            <a:ext cx="3511716" cy="2979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ACD3C45-3E19-49BF-8A5E-BD92A6BAFC94}"/>
              </a:ext>
            </a:extLst>
          </p:cNvPr>
          <p:cNvGrpSpPr/>
          <p:nvPr/>
        </p:nvGrpSpPr>
        <p:grpSpPr>
          <a:xfrm>
            <a:off x="477255" y="2491865"/>
            <a:ext cx="1331390" cy="1550153"/>
            <a:chOff x="675666" y="2287661"/>
            <a:chExt cx="1331390" cy="1550153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A996C76-8FE8-452F-BA09-69C5753E4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9067" y="2622887"/>
              <a:ext cx="1145170" cy="1214927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EA85339-E268-478F-806D-3DD24B05D4D2}"/>
                </a:ext>
              </a:extLst>
            </p:cNvPr>
            <p:cNvSpPr txBox="1"/>
            <p:nvPr/>
          </p:nvSpPr>
          <p:spPr>
            <a:xfrm>
              <a:off x="675666" y="2287661"/>
              <a:ext cx="13313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Controllable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1924E6A-29A6-4BAC-A5FA-32B46F53A081}"/>
              </a:ext>
            </a:extLst>
          </p:cNvPr>
          <p:cNvGrpSpPr/>
          <p:nvPr/>
        </p:nvGrpSpPr>
        <p:grpSpPr>
          <a:xfrm>
            <a:off x="571999" y="4046134"/>
            <a:ext cx="1103827" cy="1479486"/>
            <a:chOff x="729067" y="4204877"/>
            <a:chExt cx="1145170" cy="183051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3C4310B-1D46-457B-8878-38A9C528BA34}"/>
                </a:ext>
              </a:extLst>
            </p:cNvPr>
            <p:cNvSpPr txBox="1"/>
            <p:nvPr/>
          </p:nvSpPr>
          <p:spPr>
            <a:xfrm>
              <a:off x="941291" y="4204877"/>
              <a:ext cx="7207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Brain</a:t>
              </a: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096E4EA6-02A5-47EC-9481-A17202A2E6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9067" y="4570339"/>
              <a:ext cx="1145170" cy="1465050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2BA299BB-3E1F-4928-8031-190F1FAF2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9067" y="4510528"/>
              <a:ext cx="464814" cy="592002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ADA7D3D-2449-43FE-A728-1CA2BBF38733}"/>
              </a:ext>
            </a:extLst>
          </p:cNvPr>
          <p:cNvGrpSpPr/>
          <p:nvPr/>
        </p:nvGrpSpPr>
        <p:grpSpPr>
          <a:xfrm>
            <a:off x="604539" y="5525620"/>
            <a:ext cx="866725" cy="1231683"/>
            <a:chOff x="3032850" y="4933533"/>
            <a:chExt cx="1145170" cy="1827855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BC87E884-F20A-400E-B233-7062071FA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32850" y="5302863"/>
              <a:ext cx="1145170" cy="1458525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1FEB105-1775-415B-AF06-B407F841D374}"/>
                </a:ext>
              </a:extLst>
            </p:cNvPr>
            <p:cNvSpPr txBox="1"/>
            <p:nvPr/>
          </p:nvSpPr>
          <p:spPr>
            <a:xfrm>
              <a:off x="3263663" y="4933533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file</a:t>
              </a:r>
            </a:p>
          </p:txBody>
        </p:sp>
      </p:grp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B962916-A7DE-4F66-A59E-6E780F90A2CF}"/>
              </a:ext>
            </a:extLst>
          </p:cNvPr>
          <p:cNvCxnSpPr>
            <a:cxnSpLocks/>
            <a:stCxn id="47" idx="3"/>
            <a:endCxn id="7" idx="1"/>
          </p:cNvCxnSpPr>
          <p:nvPr/>
        </p:nvCxnSpPr>
        <p:spPr>
          <a:xfrm flipV="1">
            <a:off x="1471264" y="1954540"/>
            <a:ext cx="3716278" cy="4311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CA2FA4E-50B4-4FD0-B00C-5F6F275C1F38}"/>
              </a:ext>
            </a:extLst>
          </p:cNvPr>
          <p:cNvSpPr txBox="1"/>
          <p:nvPr/>
        </p:nvSpPr>
        <p:spPr>
          <a:xfrm>
            <a:off x="2255229" y="1644054"/>
            <a:ext cx="26773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GenerateCommandFromInputProcessor</a:t>
            </a:r>
            <a:endParaRPr lang="en-US" sz="1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A2F384A-1D16-4378-837C-314D5DE5A83C}"/>
              </a:ext>
            </a:extLst>
          </p:cNvPr>
          <p:cNvSpPr txBox="1"/>
          <p:nvPr/>
        </p:nvSpPr>
        <p:spPr>
          <a:xfrm rot="20110069">
            <a:off x="1635149" y="2555910"/>
            <a:ext cx="26773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GenerateCommandFromInputProcessor</a:t>
            </a:r>
            <a:endParaRPr lang="en-US" sz="12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8D86167-CC07-4942-8E00-321DF8739470}"/>
              </a:ext>
            </a:extLst>
          </p:cNvPr>
          <p:cNvSpPr txBox="1"/>
          <p:nvPr/>
        </p:nvSpPr>
        <p:spPr>
          <a:xfrm rot="19034044">
            <a:off x="1654925" y="3562839"/>
            <a:ext cx="2669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GenerateCommandFromBrainProcessor</a:t>
            </a:r>
            <a:endParaRPr lang="en-US" sz="12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10B61B8-BDDB-471D-80FC-28A5608F3652}"/>
              </a:ext>
            </a:extLst>
          </p:cNvPr>
          <p:cNvSpPr txBox="1"/>
          <p:nvPr/>
        </p:nvSpPr>
        <p:spPr>
          <a:xfrm rot="18667403">
            <a:off x="1748558" y="4497244"/>
            <a:ext cx="25651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GenerateCommandFromFileProcessor</a:t>
            </a:r>
            <a:endParaRPr lang="en-US" sz="1200" dirty="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10D4CDC-BE37-4F42-B84B-0BA76BAE7A6E}"/>
              </a:ext>
            </a:extLst>
          </p:cNvPr>
          <p:cNvGrpSpPr/>
          <p:nvPr/>
        </p:nvGrpSpPr>
        <p:grpSpPr>
          <a:xfrm>
            <a:off x="5187542" y="1291758"/>
            <a:ext cx="3710818" cy="1325564"/>
            <a:chOff x="5116631" y="2716454"/>
            <a:chExt cx="3710818" cy="132556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BF3DF5D-8E7F-45ED-8EDF-FE511ECDC965}"/>
                </a:ext>
              </a:extLst>
            </p:cNvPr>
            <p:cNvSpPr/>
            <p:nvPr/>
          </p:nvSpPr>
          <p:spPr>
            <a:xfrm>
              <a:off x="5116631" y="2716454"/>
              <a:ext cx="3637947" cy="132556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7064D097-C73A-4DA2-8525-511B573CE3AE}"/>
                </a:ext>
              </a:extLst>
            </p:cNvPr>
            <p:cNvGrpSpPr/>
            <p:nvPr/>
          </p:nvGrpSpPr>
          <p:grpSpPr>
            <a:xfrm>
              <a:off x="5189501" y="3100421"/>
              <a:ext cx="3637948" cy="657157"/>
              <a:chOff x="3990900" y="1553881"/>
              <a:chExt cx="3652603" cy="582300"/>
            </a:xfrm>
          </p:grpSpPr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915B7E2-BB45-45EE-A054-A21200608F0F}"/>
                  </a:ext>
                </a:extLst>
              </p:cNvPr>
              <p:cNvSpPr txBox="1"/>
              <p:nvPr/>
            </p:nvSpPr>
            <p:spPr>
              <a:xfrm>
                <a:off x="3990900" y="1766849"/>
                <a:ext cx="36526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[</a:t>
                </a:r>
                <a:r>
                  <a:rPr lang="en-US" i="1" dirty="0"/>
                  <a:t>command</a:t>
                </a:r>
                <a:r>
                  <a:rPr lang="en-US" dirty="0"/>
                  <a:t>, </a:t>
                </a:r>
                <a:r>
                  <a:rPr lang="en-US" i="1" dirty="0"/>
                  <a:t>command</a:t>
                </a:r>
                <a:r>
                  <a:rPr lang="en-US" dirty="0"/>
                  <a:t>, </a:t>
                </a:r>
                <a:r>
                  <a:rPr lang="en-US" i="1" dirty="0"/>
                  <a:t>command</a:t>
                </a:r>
                <a:r>
                  <a:rPr lang="en-US" dirty="0"/>
                  <a:t>, …]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5A9FDB7-4AE7-4425-9B29-655A8DA0158F}"/>
                  </a:ext>
                </a:extLst>
              </p:cNvPr>
              <p:cNvSpPr txBox="1"/>
              <p:nvPr/>
            </p:nvSpPr>
            <p:spPr>
              <a:xfrm>
                <a:off x="4754180" y="1553881"/>
                <a:ext cx="18370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command_queue</a:t>
                </a:r>
              </a:p>
            </p:txBody>
          </p:sp>
        </p:grp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9CE915EF-AB8D-4F80-890C-D8ACB459F5CE}"/>
              </a:ext>
            </a:extLst>
          </p:cNvPr>
          <p:cNvSpPr txBox="1"/>
          <p:nvPr/>
        </p:nvSpPr>
        <p:spPr>
          <a:xfrm>
            <a:off x="5538987" y="4170437"/>
            <a:ext cx="1148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move </a:t>
            </a:r>
            <a:r>
              <a:rPr lang="en-US" i="1" dirty="0" err="1">
                <a:solidFill>
                  <a:srgbClr val="FF0000"/>
                </a:solidFill>
              </a:rPr>
              <a:t>cmd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196674A-47D7-4FE9-A638-C6A2B4B6CEB2}"/>
              </a:ext>
            </a:extLst>
          </p:cNvPr>
          <p:cNvSpPr txBox="1"/>
          <p:nvPr/>
        </p:nvSpPr>
        <p:spPr>
          <a:xfrm>
            <a:off x="4834685" y="4934867"/>
            <a:ext cx="1362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rgbClr val="00B050"/>
                </a:solidFill>
              </a:rPr>
              <a:t>FlagDoMove</a:t>
            </a:r>
            <a:endParaRPr lang="en-US" i="1" dirty="0">
              <a:solidFill>
                <a:srgbClr val="00B050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514A884-7826-4BEA-A36C-65B9E2554276}"/>
              </a:ext>
            </a:extLst>
          </p:cNvPr>
          <p:cNvSpPr txBox="1"/>
          <p:nvPr/>
        </p:nvSpPr>
        <p:spPr>
          <a:xfrm>
            <a:off x="6915550" y="4155787"/>
            <a:ext cx="1221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attack </a:t>
            </a:r>
            <a:r>
              <a:rPr lang="en-US" i="1" dirty="0" err="1">
                <a:solidFill>
                  <a:srgbClr val="FF0000"/>
                </a:solidFill>
              </a:rPr>
              <a:t>cmd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30B50EF-A42C-4830-AD10-B4329893606E}"/>
              </a:ext>
            </a:extLst>
          </p:cNvPr>
          <p:cNvSpPr txBox="1"/>
          <p:nvPr/>
        </p:nvSpPr>
        <p:spPr>
          <a:xfrm>
            <a:off x="8370111" y="4155787"/>
            <a:ext cx="1822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modify brain </a:t>
            </a:r>
            <a:r>
              <a:rPr lang="en-US" i="1" dirty="0" err="1">
                <a:solidFill>
                  <a:srgbClr val="FF0000"/>
                </a:solidFill>
              </a:rPr>
              <a:t>cmd</a:t>
            </a:r>
            <a:endParaRPr lang="en-US" i="1" dirty="0">
              <a:solidFill>
                <a:srgbClr val="FF0000"/>
              </a:solidFill>
            </a:endParaRP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256F40C2-0DDE-4A24-8A01-4BF2BB45FA62}"/>
              </a:ext>
            </a:extLst>
          </p:cNvPr>
          <p:cNvCxnSpPr>
            <a:cxnSpLocks/>
            <a:stCxn id="83" idx="2"/>
            <a:endCxn id="90" idx="0"/>
          </p:cNvCxnSpPr>
          <p:nvPr/>
        </p:nvCxnSpPr>
        <p:spPr>
          <a:xfrm>
            <a:off x="7526327" y="4525119"/>
            <a:ext cx="0" cy="3522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07F557E1-A28B-42FF-867E-29B1454E24D0}"/>
              </a:ext>
            </a:extLst>
          </p:cNvPr>
          <p:cNvSpPr txBox="1"/>
          <p:nvPr/>
        </p:nvSpPr>
        <p:spPr>
          <a:xfrm>
            <a:off x="6808149" y="4877320"/>
            <a:ext cx="143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rgbClr val="00B050"/>
                </a:solidFill>
              </a:rPr>
              <a:t>FlagDoAttack</a:t>
            </a:r>
            <a:endParaRPr lang="en-US" i="1" dirty="0">
              <a:solidFill>
                <a:srgbClr val="00B050"/>
              </a:solidFill>
            </a:endParaRP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ED8F8F76-C5FC-479E-8033-CB10766EC1FE}"/>
              </a:ext>
            </a:extLst>
          </p:cNvPr>
          <p:cNvCxnSpPr>
            <a:cxnSpLocks/>
            <a:stCxn id="84" idx="2"/>
            <a:endCxn id="121" idx="0"/>
          </p:cNvCxnSpPr>
          <p:nvPr/>
        </p:nvCxnSpPr>
        <p:spPr>
          <a:xfrm>
            <a:off x="9281450" y="4525119"/>
            <a:ext cx="0" cy="301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C2C03636-A00A-484E-8C26-9E426F18DC4F}"/>
              </a:ext>
            </a:extLst>
          </p:cNvPr>
          <p:cNvCxnSpPr>
            <a:cxnSpLocks/>
            <a:stCxn id="15" idx="2"/>
            <a:endCxn id="80" idx="0"/>
          </p:cNvCxnSpPr>
          <p:nvPr/>
        </p:nvCxnSpPr>
        <p:spPr>
          <a:xfrm flipH="1">
            <a:off x="6113311" y="3610967"/>
            <a:ext cx="893204" cy="559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417B4C13-DE30-4DC2-922D-DB129888BE82}"/>
              </a:ext>
            </a:extLst>
          </p:cNvPr>
          <p:cNvCxnSpPr>
            <a:cxnSpLocks/>
            <a:stCxn id="15" idx="2"/>
            <a:endCxn id="83" idx="0"/>
          </p:cNvCxnSpPr>
          <p:nvPr/>
        </p:nvCxnSpPr>
        <p:spPr>
          <a:xfrm>
            <a:off x="7006515" y="3610967"/>
            <a:ext cx="519812" cy="544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2C337DB5-ECCC-4037-8D7A-E1C75287CB9E}"/>
              </a:ext>
            </a:extLst>
          </p:cNvPr>
          <p:cNvCxnSpPr>
            <a:cxnSpLocks/>
            <a:stCxn id="15" idx="2"/>
            <a:endCxn id="84" idx="0"/>
          </p:cNvCxnSpPr>
          <p:nvPr/>
        </p:nvCxnSpPr>
        <p:spPr>
          <a:xfrm>
            <a:off x="7006515" y="3610967"/>
            <a:ext cx="2274935" cy="544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EB966A85-8346-47BB-A303-E8866700676B}"/>
              </a:ext>
            </a:extLst>
          </p:cNvPr>
          <p:cNvCxnSpPr>
            <a:cxnSpLocks/>
            <a:stCxn id="7" idx="3"/>
            <a:endCxn id="116" idx="1"/>
          </p:cNvCxnSpPr>
          <p:nvPr/>
        </p:nvCxnSpPr>
        <p:spPr>
          <a:xfrm>
            <a:off x="8825489" y="1954540"/>
            <a:ext cx="1818973" cy="1031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3" name="Picture 112">
            <a:extLst>
              <a:ext uri="{FF2B5EF4-FFF2-40B4-BE49-F238E27FC236}">
                <a16:creationId xmlns:a16="http://schemas.microsoft.com/office/drawing/2014/main" id="{3A1CF4F2-7B4F-4C36-B3EC-0FFE645A21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775582">
            <a:off x="9221394" y="1969782"/>
            <a:ext cx="1312452" cy="499549"/>
          </a:xfrm>
          <a:prstGeom prst="rect">
            <a:avLst/>
          </a:prstGeom>
        </p:spPr>
      </p:pic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D85E167-739C-459A-8EE9-7FBDACE49446}"/>
              </a:ext>
            </a:extLst>
          </p:cNvPr>
          <p:cNvGrpSpPr/>
          <p:nvPr/>
        </p:nvGrpSpPr>
        <p:grpSpPr>
          <a:xfrm>
            <a:off x="10644462" y="2245355"/>
            <a:ext cx="866725" cy="1231683"/>
            <a:chOff x="3032850" y="4933533"/>
            <a:chExt cx="1145170" cy="1827855"/>
          </a:xfrm>
        </p:grpSpPr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68F80389-77E6-41C3-B733-7BA9CC7F7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32850" y="5302863"/>
              <a:ext cx="1145170" cy="1458525"/>
            </a:xfrm>
            <a:prstGeom prst="rect">
              <a:avLst/>
            </a:prstGeom>
          </p:spPr>
        </p:pic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2EA49BE2-22CB-4F04-9F63-5A41D7525C41}"/>
                </a:ext>
              </a:extLst>
            </p:cNvPr>
            <p:cNvSpPr txBox="1"/>
            <p:nvPr/>
          </p:nvSpPr>
          <p:spPr>
            <a:xfrm>
              <a:off x="3263663" y="4933533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file</a:t>
              </a:r>
            </a:p>
          </p:txBody>
        </p:sp>
      </p:grpSp>
      <p:pic>
        <p:nvPicPr>
          <p:cNvPr id="119" name="Picture 118">
            <a:extLst>
              <a:ext uri="{FF2B5EF4-FFF2-40B4-BE49-F238E27FC236}">
                <a16:creationId xmlns:a16="http://schemas.microsoft.com/office/drawing/2014/main" id="{8664F322-A2E6-4AD5-94E4-0F89CC9C01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2175" y="5967320"/>
            <a:ext cx="584075" cy="597151"/>
          </a:xfrm>
          <a:prstGeom prst="rect">
            <a:avLst/>
          </a:prstGeom>
        </p:spPr>
      </p:pic>
      <p:grpSp>
        <p:nvGrpSpPr>
          <p:cNvPr id="120" name="Group 119">
            <a:extLst>
              <a:ext uri="{FF2B5EF4-FFF2-40B4-BE49-F238E27FC236}">
                <a16:creationId xmlns:a16="http://schemas.microsoft.com/office/drawing/2014/main" id="{FE40334E-BE06-4B0D-99CB-ECA30DF09848}"/>
              </a:ext>
            </a:extLst>
          </p:cNvPr>
          <p:cNvGrpSpPr/>
          <p:nvPr/>
        </p:nvGrpSpPr>
        <p:grpSpPr>
          <a:xfrm>
            <a:off x="8729536" y="4826499"/>
            <a:ext cx="1103827" cy="1479486"/>
            <a:chOff x="729067" y="4204877"/>
            <a:chExt cx="1145170" cy="1830512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D439889-F49F-4D07-9E8A-30172B126D56}"/>
                </a:ext>
              </a:extLst>
            </p:cNvPr>
            <p:cNvSpPr txBox="1"/>
            <p:nvPr/>
          </p:nvSpPr>
          <p:spPr>
            <a:xfrm>
              <a:off x="941291" y="4204877"/>
              <a:ext cx="7207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Brain</a:t>
              </a:r>
            </a:p>
          </p:txBody>
        </p:sp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2F136438-4E3F-40DF-88FE-ABEEB4643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9067" y="4570339"/>
              <a:ext cx="1145170" cy="1465050"/>
            </a:xfrm>
            <a:prstGeom prst="rect">
              <a:avLst/>
            </a:prstGeom>
          </p:spPr>
        </p:pic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02E58EDC-E00F-4150-B4D6-F9431C929F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9067" y="4510528"/>
              <a:ext cx="464814" cy="592002"/>
            </a:xfrm>
            <a:prstGeom prst="rect">
              <a:avLst/>
            </a:prstGeom>
          </p:spPr>
        </p:pic>
      </p:grpSp>
      <p:sp>
        <p:nvSpPr>
          <p:cNvPr id="125" name="Rectangle 124">
            <a:extLst>
              <a:ext uri="{FF2B5EF4-FFF2-40B4-BE49-F238E27FC236}">
                <a16:creationId xmlns:a16="http://schemas.microsoft.com/office/drawing/2014/main" id="{69EEC51C-A145-4933-B9E1-44859F3A1F53}"/>
              </a:ext>
            </a:extLst>
          </p:cNvPr>
          <p:cNvSpPr/>
          <p:nvPr/>
        </p:nvSpPr>
        <p:spPr>
          <a:xfrm>
            <a:off x="4309957" y="5865917"/>
            <a:ext cx="2377678" cy="50228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Movement system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1505739-DD5D-410E-9DB4-876EB02157AA}"/>
              </a:ext>
            </a:extLst>
          </p:cNvPr>
          <p:cNvCxnSpPr>
            <a:cxnSpLocks/>
            <a:stCxn id="82" idx="2"/>
            <a:endCxn id="125" idx="0"/>
          </p:cNvCxnSpPr>
          <p:nvPr/>
        </p:nvCxnSpPr>
        <p:spPr>
          <a:xfrm flipH="1">
            <a:off x="5498796" y="5304199"/>
            <a:ext cx="17294" cy="561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A61D5F4-104D-4583-9CE9-AA501FE3954E}"/>
              </a:ext>
            </a:extLst>
          </p:cNvPr>
          <p:cNvSpPr txBox="1"/>
          <p:nvPr/>
        </p:nvSpPr>
        <p:spPr>
          <a:xfrm rot="1738833">
            <a:off x="8765584" y="2506703"/>
            <a:ext cx="1875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RecordCommandProcessor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3E8052-18C3-41A1-A878-1A940F9E62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23641" y="5637478"/>
            <a:ext cx="1101475" cy="1101475"/>
          </a:xfrm>
          <a:prstGeom prst="rect">
            <a:avLst/>
          </a:prstGeom>
        </p:spPr>
      </p:pic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F5C4674-EBD6-4239-917A-167D2ECE8CA2}"/>
              </a:ext>
            </a:extLst>
          </p:cNvPr>
          <p:cNvCxnSpPr>
            <a:cxnSpLocks/>
            <a:stCxn id="5" idx="0"/>
            <a:endCxn id="7" idx="1"/>
          </p:cNvCxnSpPr>
          <p:nvPr/>
        </p:nvCxnSpPr>
        <p:spPr>
          <a:xfrm flipV="1">
            <a:off x="3074379" y="1954540"/>
            <a:ext cx="2113163" cy="3682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23E09B80-2FB1-4E7A-B28E-0E6140CBFF4C}"/>
              </a:ext>
            </a:extLst>
          </p:cNvPr>
          <p:cNvSpPr txBox="1"/>
          <p:nvPr/>
        </p:nvSpPr>
        <p:spPr>
          <a:xfrm rot="17986827">
            <a:off x="2652520" y="3999968"/>
            <a:ext cx="2793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GenerateCommandFromStreamProcessor</a:t>
            </a:r>
            <a:endParaRPr lang="en-US" sz="1200" dirty="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79F7ED4B-848A-4E6C-B956-5D2E4F497A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22073" y="88017"/>
            <a:ext cx="865469" cy="821057"/>
          </a:xfrm>
          <a:prstGeom prst="rect">
            <a:avLst/>
          </a:prstGeom>
        </p:spPr>
      </p:pic>
      <p:pic>
        <p:nvPicPr>
          <p:cNvPr id="66" name="Picture 65" descr="Icon&#10;&#10;Description automatically generated">
            <a:extLst>
              <a:ext uri="{FF2B5EF4-FFF2-40B4-BE49-F238E27FC236}">
                <a16:creationId xmlns:a16="http://schemas.microsoft.com/office/drawing/2014/main" id="{49F9BDCF-7DA1-40AC-9F9F-C11BB7C5D67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3311" y="5878479"/>
            <a:ext cx="502965" cy="477155"/>
          </a:xfrm>
          <a:prstGeom prst="rect">
            <a:avLst/>
          </a:prstGeom>
        </p:spPr>
      </p:pic>
      <p:pic>
        <p:nvPicPr>
          <p:cNvPr id="67" name="Picture 66" descr="Text&#10;&#10;Description automatically generated">
            <a:extLst>
              <a:ext uri="{FF2B5EF4-FFF2-40B4-BE49-F238E27FC236}">
                <a16:creationId xmlns:a16="http://schemas.microsoft.com/office/drawing/2014/main" id="{3B897215-5932-493E-B993-0296FE3C7FA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60188" y="3725836"/>
            <a:ext cx="341785" cy="329732"/>
          </a:xfrm>
          <a:prstGeom prst="rect">
            <a:avLst/>
          </a:prstGeom>
        </p:spPr>
      </p:pic>
      <p:pic>
        <p:nvPicPr>
          <p:cNvPr id="68" name="Picture 67" descr="Text&#10;&#10;Description automatically generated">
            <a:extLst>
              <a:ext uri="{FF2B5EF4-FFF2-40B4-BE49-F238E27FC236}">
                <a16:creationId xmlns:a16="http://schemas.microsoft.com/office/drawing/2014/main" id="{E3D31C66-42A0-4E0F-893A-288776286E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5528" y="3786455"/>
            <a:ext cx="341785" cy="329732"/>
          </a:xfrm>
          <a:prstGeom prst="rect">
            <a:avLst/>
          </a:prstGeom>
        </p:spPr>
      </p:pic>
      <p:pic>
        <p:nvPicPr>
          <p:cNvPr id="69" name="Picture 68" descr="Text&#10;&#10;Description automatically generated">
            <a:extLst>
              <a:ext uri="{FF2B5EF4-FFF2-40B4-BE49-F238E27FC236}">
                <a16:creationId xmlns:a16="http://schemas.microsoft.com/office/drawing/2014/main" id="{D849DEE5-AF88-42F6-82B5-C49626BE269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28326" y="3725836"/>
            <a:ext cx="341785" cy="32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348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A54BA-1BEB-4718-9DCD-749D95F39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Generation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D1DCF-76E2-4269-9674-DD87BAB61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20720" cy="4351338"/>
          </a:xfrm>
        </p:spPr>
        <p:txBody>
          <a:bodyPr>
            <a:normAutofit/>
          </a:bodyPr>
          <a:lstStyle/>
          <a:p>
            <a:r>
              <a:rPr lang="en-US" dirty="0"/>
              <a:t>Generates Commands based on</a:t>
            </a:r>
          </a:p>
          <a:p>
            <a:pPr lvl="1"/>
            <a:r>
              <a:rPr lang="en-US" dirty="0"/>
              <a:t>User Input (key control) – </a:t>
            </a:r>
            <a:r>
              <a:rPr lang="en-US" dirty="0" err="1"/>
              <a:t>GenerateCommandFrom</a:t>
            </a:r>
            <a:r>
              <a:rPr lang="en-US" dirty="0"/>
              <a:t> </a:t>
            </a:r>
            <a:r>
              <a:rPr lang="en-US" dirty="0" err="1"/>
              <a:t>InputProcessor</a:t>
            </a:r>
            <a:endParaRPr lang="en-US" dirty="0"/>
          </a:p>
          <a:p>
            <a:pPr lvl="1"/>
            <a:r>
              <a:rPr lang="en-US" dirty="0"/>
              <a:t>AI/script/brain generated command – </a:t>
            </a:r>
            <a:r>
              <a:rPr lang="en-US" dirty="0" err="1"/>
              <a:t>GenerateCommandFromBrainProcessor</a:t>
            </a:r>
            <a:endParaRPr lang="en-US" dirty="0"/>
          </a:p>
          <a:p>
            <a:pPr lvl="1"/>
            <a:r>
              <a:rPr lang="en-US" dirty="0"/>
              <a:t>File input - </a:t>
            </a:r>
            <a:r>
              <a:rPr lang="en-US" dirty="0" err="1"/>
              <a:t>GenerateCommandFromFileProcessor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Inputs commands to the command queue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Processes Commands from the command queue - </a:t>
            </a:r>
            <a:r>
              <a:rPr lang="en-US" dirty="0" err="1"/>
              <a:t>PerformCommandProcessor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120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B62E1-CD76-44DB-A4A7-1BB3DCB7B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6181"/>
            <a:ext cx="10515600" cy="562078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Action Plan</a:t>
            </a:r>
          </a:p>
          <a:p>
            <a:pPr lvl="1"/>
            <a:r>
              <a:rPr lang="en-US" dirty="0">
                <a:highlight>
                  <a:srgbClr val="00FF00"/>
                </a:highlight>
              </a:rPr>
              <a:t>Prepare new quest only with basic components and entities</a:t>
            </a:r>
          </a:p>
          <a:p>
            <a:pPr lvl="1"/>
            <a:r>
              <a:rPr lang="en-US" dirty="0">
                <a:highlight>
                  <a:srgbClr val="00FF00"/>
                </a:highlight>
              </a:rPr>
              <a:t>Put away current processors and start with few new processors</a:t>
            </a:r>
          </a:p>
          <a:p>
            <a:pPr lvl="1"/>
            <a:r>
              <a:rPr lang="en-US" dirty="0">
                <a:highlight>
                  <a:srgbClr val="00FF00"/>
                </a:highlight>
              </a:rPr>
              <a:t>Prepare new components</a:t>
            </a:r>
          </a:p>
          <a:p>
            <a:pPr lvl="2"/>
            <a:r>
              <a:rPr lang="en-US" dirty="0" err="1">
                <a:highlight>
                  <a:srgbClr val="00FF00"/>
                </a:highlight>
              </a:rPr>
              <a:t>NewCollidable</a:t>
            </a:r>
            <a:endParaRPr lang="en-US" dirty="0">
              <a:highlight>
                <a:srgbClr val="00FF00"/>
              </a:highlight>
            </a:endParaRPr>
          </a:p>
          <a:p>
            <a:pPr lvl="2"/>
            <a:r>
              <a:rPr lang="en-US" dirty="0" err="1">
                <a:highlight>
                  <a:srgbClr val="00FF00"/>
                </a:highlight>
              </a:rPr>
              <a:t>NewMoveable</a:t>
            </a:r>
            <a:endParaRPr lang="en-US" dirty="0">
              <a:highlight>
                <a:srgbClr val="00FF00"/>
              </a:highlight>
            </a:endParaRPr>
          </a:p>
          <a:p>
            <a:pPr lvl="2"/>
            <a:r>
              <a:rPr lang="en-US" dirty="0" err="1">
                <a:highlight>
                  <a:srgbClr val="00FF00"/>
                </a:highlight>
              </a:rPr>
              <a:t>FlagDoMove</a:t>
            </a:r>
            <a:endParaRPr lang="en-US" dirty="0">
              <a:highlight>
                <a:srgbClr val="00FF00"/>
              </a:highlight>
            </a:endParaRPr>
          </a:p>
          <a:p>
            <a:pPr lvl="1"/>
            <a:r>
              <a:rPr lang="en-US" dirty="0">
                <a:highlight>
                  <a:srgbClr val="00FF00"/>
                </a:highlight>
              </a:rPr>
              <a:t>Prepare new commands</a:t>
            </a:r>
          </a:p>
          <a:p>
            <a:pPr lvl="2"/>
            <a:r>
              <a:rPr lang="en-US" dirty="0" err="1">
                <a:highlight>
                  <a:srgbClr val="00FF00"/>
                </a:highlight>
              </a:rPr>
              <a:t>Cmd_new_move_add</a:t>
            </a:r>
            <a:r>
              <a:rPr lang="en-US" dirty="0">
                <a:highlight>
                  <a:srgbClr val="00FF00"/>
                </a:highlight>
              </a:rPr>
              <a:t> – this </a:t>
            </a:r>
            <a:r>
              <a:rPr lang="en-US" dirty="0" err="1">
                <a:highlight>
                  <a:srgbClr val="00FF00"/>
                </a:highlight>
              </a:rPr>
              <a:t>cmd</a:t>
            </a:r>
            <a:r>
              <a:rPr lang="en-US" dirty="0">
                <a:highlight>
                  <a:srgbClr val="00FF00"/>
                </a:highlight>
              </a:rPr>
              <a:t> support merging results of multiple move actions into only one </a:t>
            </a:r>
            <a:r>
              <a:rPr lang="en-US" dirty="0" err="1">
                <a:highlight>
                  <a:srgbClr val="00FF00"/>
                </a:highlight>
              </a:rPr>
              <a:t>FlagDoMove</a:t>
            </a:r>
            <a:r>
              <a:rPr lang="en-US" dirty="0">
                <a:highlight>
                  <a:srgbClr val="00FF00"/>
                </a:highlight>
              </a:rPr>
              <a:t> and hence allowing moving diagonally.</a:t>
            </a:r>
          </a:p>
          <a:p>
            <a:pPr lvl="3"/>
            <a:r>
              <a:rPr lang="en-US" dirty="0">
                <a:highlight>
                  <a:srgbClr val="00FF00"/>
                </a:highlight>
              </a:rPr>
              <a:t>GenerateInputCommandProcessor generates 2 commands – ‘up’ and ‘left’</a:t>
            </a:r>
          </a:p>
          <a:p>
            <a:pPr lvl="3"/>
            <a:r>
              <a:rPr lang="en-US" dirty="0" err="1">
                <a:highlight>
                  <a:srgbClr val="00FF00"/>
                </a:highlight>
              </a:rPr>
              <a:t>cmd_new_move_add</a:t>
            </a:r>
            <a:r>
              <a:rPr lang="en-US" dirty="0">
                <a:highlight>
                  <a:srgbClr val="00FF00"/>
                </a:highlight>
              </a:rPr>
              <a:t> command first creates fresh </a:t>
            </a:r>
            <a:r>
              <a:rPr lang="en-US" dirty="0" err="1">
                <a:highlight>
                  <a:srgbClr val="00FF00"/>
                </a:highlight>
              </a:rPr>
              <a:t>FlagDoMove</a:t>
            </a:r>
            <a:r>
              <a:rPr lang="en-US" dirty="0">
                <a:highlight>
                  <a:srgbClr val="00FF00"/>
                </a:highlight>
              </a:rPr>
              <a:t>(‘up’)</a:t>
            </a:r>
          </a:p>
          <a:p>
            <a:pPr lvl="3"/>
            <a:r>
              <a:rPr lang="en-US" dirty="0" err="1">
                <a:highlight>
                  <a:srgbClr val="00FF00"/>
                </a:highlight>
              </a:rPr>
              <a:t>cmd_new_move_add</a:t>
            </a:r>
            <a:r>
              <a:rPr lang="en-US" dirty="0">
                <a:highlight>
                  <a:srgbClr val="00FF00"/>
                </a:highlight>
              </a:rPr>
              <a:t> command next updates existing </a:t>
            </a:r>
            <a:r>
              <a:rPr lang="en-US" dirty="0" err="1">
                <a:highlight>
                  <a:srgbClr val="00FF00"/>
                </a:highlight>
              </a:rPr>
              <a:t>FlagDoMove</a:t>
            </a:r>
            <a:r>
              <a:rPr lang="en-US" dirty="0">
                <a:highlight>
                  <a:srgbClr val="00FF00"/>
                </a:highlight>
              </a:rPr>
              <a:t>(‘up’, ‘left’)</a:t>
            </a:r>
          </a:p>
          <a:p>
            <a:pPr lvl="3"/>
            <a:endParaRPr lang="en-US" dirty="0">
              <a:highlight>
                <a:srgbClr val="00FF00"/>
              </a:highlight>
            </a:endParaRPr>
          </a:p>
          <a:p>
            <a:pPr lvl="2"/>
            <a:r>
              <a:rPr lang="en-US" dirty="0" err="1">
                <a:highlight>
                  <a:srgbClr val="00FF00"/>
                </a:highlight>
              </a:rPr>
              <a:t>Cmd_new_move_noadd</a:t>
            </a:r>
            <a:r>
              <a:rPr lang="en-US" dirty="0">
                <a:highlight>
                  <a:srgbClr val="00FF00"/>
                </a:highlight>
              </a:rPr>
              <a:t> – this </a:t>
            </a:r>
            <a:r>
              <a:rPr lang="en-US" dirty="0" err="1">
                <a:highlight>
                  <a:srgbClr val="00FF00"/>
                </a:highlight>
              </a:rPr>
              <a:t>cmd</a:t>
            </a:r>
            <a:r>
              <a:rPr lang="en-US" dirty="0">
                <a:highlight>
                  <a:srgbClr val="00FF00"/>
                </a:highlight>
              </a:rPr>
              <a:t> (unlike </a:t>
            </a:r>
            <a:r>
              <a:rPr lang="en-US" dirty="0" err="1">
                <a:highlight>
                  <a:srgbClr val="00FF00"/>
                </a:highlight>
              </a:rPr>
              <a:t>cmd_new_move_add</a:t>
            </a:r>
            <a:r>
              <a:rPr lang="en-US" dirty="0">
                <a:highlight>
                  <a:srgbClr val="00FF00"/>
                </a:highlight>
              </a:rPr>
              <a:t>) does not support merging of multiple moves and hence does not support multiple key presses at the same time for movement. Only the latter movement is executed.</a:t>
            </a:r>
          </a:p>
          <a:p>
            <a:pPr lvl="3"/>
            <a:r>
              <a:rPr lang="en-US" dirty="0">
                <a:highlight>
                  <a:srgbClr val="00FF00"/>
                </a:highlight>
              </a:rPr>
              <a:t>GenerateInputCommandProcessor generates 2 commands on simultaneous key presses -  move up and move left</a:t>
            </a:r>
          </a:p>
          <a:p>
            <a:pPr lvl="3"/>
            <a:r>
              <a:rPr lang="en-US" dirty="0" err="1">
                <a:highlight>
                  <a:srgbClr val="00FF00"/>
                </a:highlight>
              </a:rPr>
              <a:t>Cmd_new_move_noadd</a:t>
            </a:r>
            <a:r>
              <a:rPr lang="en-US" dirty="0">
                <a:highlight>
                  <a:srgbClr val="00FF00"/>
                </a:highlight>
              </a:rPr>
              <a:t> command creates </a:t>
            </a:r>
            <a:r>
              <a:rPr lang="en-US" dirty="0" err="1">
                <a:highlight>
                  <a:srgbClr val="00FF00"/>
                </a:highlight>
              </a:rPr>
              <a:t>FlagDoMove</a:t>
            </a:r>
            <a:r>
              <a:rPr lang="en-US" dirty="0">
                <a:highlight>
                  <a:srgbClr val="00FF00"/>
                </a:highlight>
              </a:rPr>
              <a:t>(‘up’)</a:t>
            </a:r>
          </a:p>
          <a:p>
            <a:pPr lvl="3"/>
            <a:r>
              <a:rPr lang="en-US" dirty="0" err="1">
                <a:highlight>
                  <a:srgbClr val="00FF00"/>
                </a:highlight>
              </a:rPr>
              <a:t>Cmd_new_move_noadd</a:t>
            </a:r>
            <a:r>
              <a:rPr lang="en-US" dirty="0">
                <a:highlight>
                  <a:srgbClr val="00FF00"/>
                </a:highlight>
              </a:rPr>
              <a:t> command creates </a:t>
            </a:r>
            <a:r>
              <a:rPr lang="en-US" dirty="0" err="1">
                <a:highlight>
                  <a:srgbClr val="00FF00"/>
                </a:highlight>
              </a:rPr>
              <a:t>FlagDoMove</a:t>
            </a:r>
            <a:r>
              <a:rPr lang="en-US" dirty="0">
                <a:highlight>
                  <a:srgbClr val="00FF00"/>
                </a:highlight>
              </a:rPr>
              <a:t>(‘left’) hence overwriting the previous one and only left movement is done</a:t>
            </a:r>
          </a:p>
          <a:p>
            <a:pPr lvl="2"/>
            <a:r>
              <a:rPr lang="en-US" dirty="0" err="1">
                <a:highlight>
                  <a:srgbClr val="00FF00"/>
                </a:highlight>
              </a:rPr>
              <a:t>Cmd_new_move_vect_add</a:t>
            </a:r>
            <a:r>
              <a:rPr lang="en-US" dirty="0">
                <a:highlight>
                  <a:srgbClr val="00FF00"/>
                </a:highlight>
              </a:rPr>
              <a:t> – this command specifies final move vector instead of move directions</a:t>
            </a:r>
          </a:p>
          <a:p>
            <a:pPr lvl="3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>
                <a:highlight>
                  <a:srgbClr val="00FF00"/>
                </a:highlight>
              </a:rPr>
              <a:t>Start with Command System </a:t>
            </a:r>
          </a:p>
          <a:p>
            <a:pPr lvl="2"/>
            <a:r>
              <a:rPr lang="en-US" dirty="0">
                <a:highlight>
                  <a:srgbClr val="00FF00"/>
                </a:highlight>
              </a:rPr>
              <a:t>GenerateInputCommandProcessor</a:t>
            </a:r>
          </a:p>
          <a:p>
            <a:pPr lvl="2"/>
            <a:r>
              <a:rPr lang="en-US" dirty="0">
                <a:highlight>
                  <a:srgbClr val="00FF00"/>
                </a:highlight>
              </a:rPr>
              <a:t>GenerateBrainCommandProcessor</a:t>
            </a:r>
          </a:p>
          <a:p>
            <a:pPr lvl="2"/>
            <a:r>
              <a:rPr lang="en-US" dirty="0" err="1">
                <a:highlight>
                  <a:srgbClr val="00FF00"/>
                </a:highlight>
              </a:rPr>
              <a:t>PerformCommandProcessor</a:t>
            </a:r>
            <a:endParaRPr lang="en-US" dirty="0">
              <a:highlight>
                <a:srgbClr val="00FF00"/>
              </a:highlight>
            </a:endParaRPr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98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A54BA-1BEB-4718-9DCD-749D95F39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GenerateCommandFromInputProcessor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D1DCF-76E2-4269-9674-DD87BAB61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670" y="1536569"/>
            <a:ext cx="11868346" cy="4640395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Totally redo motion process</a:t>
            </a:r>
          </a:p>
          <a:p>
            <a:pPr lvl="1"/>
            <a:r>
              <a:rPr lang="en-US" dirty="0"/>
              <a:t>In Controllable component commands are defined for keys</a:t>
            </a:r>
          </a:p>
          <a:p>
            <a:pPr lvl="2"/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control_cmds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 : { 'left’ : { 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:'move’, params : {‘direction’ : [‘left’, ’up’]} } , 'attack’ : { 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'attack’, params : {}}})</a:t>
            </a:r>
            <a:endParaRPr lang="en-US" dirty="0"/>
          </a:p>
          <a:p>
            <a:pPr lvl="1"/>
            <a:r>
              <a:rPr lang="en-US" dirty="0"/>
              <a:t>In </a:t>
            </a:r>
            <a:r>
              <a:rPr lang="en-US" dirty="0" err="1"/>
              <a:t>InputProcessor</a:t>
            </a:r>
            <a:endParaRPr lang="en-US" dirty="0"/>
          </a:p>
          <a:p>
            <a:pPr lvl="2"/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input_command_queue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.append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.control_cmds.get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‘left’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).get(‘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’),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.control_cmds.get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‘left’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).get(‘params’))</a:t>
            </a:r>
          </a:p>
          <a:p>
            <a:pPr lvl="1"/>
            <a:r>
              <a:rPr lang="en-US" dirty="0"/>
              <a:t>In </a:t>
            </a:r>
            <a:r>
              <a:rPr lang="en-US" dirty="0" err="1"/>
              <a:t>BrainProcessor</a:t>
            </a:r>
            <a:endParaRPr lang="en-US" dirty="0"/>
          </a:p>
          <a:p>
            <a:pPr lvl="2"/>
            <a:r>
              <a:rPr lang="en-US" dirty="0"/>
              <a:t>Also move command can be generated</a:t>
            </a:r>
          </a:p>
          <a:p>
            <a:pPr lvl="1"/>
            <a:r>
              <a:rPr lang="en-US" dirty="0"/>
              <a:t>In </a:t>
            </a:r>
            <a:r>
              <a:rPr lang="en-US" dirty="0" err="1"/>
              <a:t>cmd_move</a:t>
            </a:r>
            <a:endParaRPr lang="en-US" dirty="0"/>
          </a:p>
          <a:p>
            <a:pPr lvl="2"/>
            <a:r>
              <a:rPr lang="en-US" dirty="0"/>
              <a:t>DO NOT CHANGE MOTION component (done currently)</a:t>
            </a:r>
          </a:p>
          <a:p>
            <a:pPr lvl="2"/>
            <a:r>
              <a:rPr lang="en-US" dirty="0"/>
              <a:t>Instead put </a:t>
            </a:r>
            <a:r>
              <a:rPr lang="en-US" dirty="0" err="1"/>
              <a:t>FlagDoMove</a:t>
            </a:r>
            <a:r>
              <a:rPr lang="en-US" dirty="0"/>
              <a:t>(‘left’) on the entity</a:t>
            </a:r>
          </a:p>
          <a:p>
            <a:pPr lvl="1"/>
            <a:r>
              <a:rPr lang="en-US" dirty="0"/>
              <a:t>In </a:t>
            </a:r>
            <a:r>
              <a:rPr lang="en-US" dirty="0" err="1"/>
              <a:t>MovementProcessor</a:t>
            </a:r>
            <a:r>
              <a:rPr lang="en-US" dirty="0"/>
              <a:t> – Position + Motion + </a:t>
            </a:r>
            <a:r>
              <a:rPr lang="en-US" dirty="0" err="1"/>
              <a:t>FlagDoMove</a:t>
            </a:r>
            <a:r>
              <a:rPr lang="en-US" dirty="0"/>
              <a:t>(‘left’)</a:t>
            </a:r>
          </a:p>
          <a:p>
            <a:pPr lvl="2"/>
            <a:r>
              <a:rPr lang="en-US" dirty="0"/>
              <a:t>Remember last position on Position</a:t>
            </a:r>
          </a:p>
          <a:p>
            <a:pPr lvl="2"/>
            <a:r>
              <a:rPr lang="en-US" dirty="0"/>
              <a:t>Remember last move time on Motion</a:t>
            </a:r>
          </a:p>
          <a:p>
            <a:pPr lvl="2"/>
            <a:r>
              <a:rPr lang="en-US" dirty="0"/>
              <a:t>Update position</a:t>
            </a:r>
          </a:p>
          <a:p>
            <a:pPr lvl="2"/>
            <a:r>
              <a:rPr lang="en-US" dirty="0"/>
              <a:t>Motion component contains newly speed, </a:t>
            </a:r>
            <a:r>
              <a:rPr lang="en-US" dirty="0" err="1"/>
              <a:t>last_move_time</a:t>
            </a:r>
            <a:r>
              <a:rPr lang="en-US" dirty="0"/>
              <a:t>, … has moved is obsolete</a:t>
            </a:r>
          </a:p>
          <a:p>
            <a:pPr lvl="1"/>
            <a:r>
              <a:rPr lang="en-US" dirty="0"/>
              <a:t>Problem – how to process more input commands in one cycle?</a:t>
            </a:r>
          </a:p>
          <a:p>
            <a:pPr lvl="2"/>
            <a:r>
              <a:rPr lang="en-US" dirty="0"/>
              <a:t>Up and Left pressed at the same time – only the latter will be processed – no diagonal movement possible</a:t>
            </a:r>
          </a:p>
          <a:p>
            <a:pPr lvl="2"/>
            <a:r>
              <a:rPr lang="en-US" dirty="0"/>
              <a:t>Currently – input changes move vector + brain change move vector and the sum is the result</a:t>
            </a:r>
          </a:p>
          <a:p>
            <a:pPr lvl="3"/>
            <a:r>
              <a:rPr lang="en-US" dirty="0"/>
              <a:t>Input command puts 2 commands into the queue</a:t>
            </a:r>
          </a:p>
          <a:p>
            <a:pPr lvl="4"/>
            <a:r>
              <a:rPr lang="en-US" dirty="0"/>
              <a:t>move (</a:t>
            </a:r>
            <a:r>
              <a:rPr lang="en-US" dirty="0" err="1"/>
              <a:t>ent</a:t>
            </a:r>
            <a:r>
              <a:rPr lang="en-US" dirty="0"/>
              <a:t>, dx:-10) …. Create </a:t>
            </a:r>
            <a:r>
              <a:rPr lang="en-US" dirty="0" err="1"/>
              <a:t>FlagDoMove</a:t>
            </a:r>
            <a:r>
              <a:rPr lang="en-US" dirty="0"/>
              <a:t>([‘left’]) in </a:t>
            </a:r>
            <a:r>
              <a:rPr lang="en-US" dirty="0" err="1"/>
              <a:t>cmd_move</a:t>
            </a:r>
            <a:r>
              <a:rPr lang="en-US" dirty="0"/>
              <a:t> command</a:t>
            </a:r>
          </a:p>
          <a:p>
            <a:pPr lvl="4"/>
            <a:r>
              <a:rPr lang="en-US" dirty="0"/>
              <a:t>move(</a:t>
            </a:r>
            <a:r>
              <a:rPr lang="en-US" dirty="0" err="1"/>
              <a:t>ent</a:t>
            </a:r>
            <a:r>
              <a:rPr lang="en-US" dirty="0"/>
              <a:t>, </a:t>
            </a:r>
            <a:r>
              <a:rPr lang="en-US" dirty="0" err="1"/>
              <a:t>dy</a:t>
            </a:r>
            <a:r>
              <a:rPr lang="en-US" dirty="0"/>
              <a:t>: +10) … Create </a:t>
            </a:r>
            <a:r>
              <a:rPr lang="en-US" dirty="0" err="1"/>
              <a:t>FlagDoMove</a:t>
            </a:r>
            <a:r>
              <a:rPr lang="en-US" dirty="0"/>
              <a:t>([‘</a:t>
            </a:r>
            <a:r>
              <a:rPr lang="en-US" dirty="0" err="1"/>
              <a:t>left’,’up</a:t>
            </a:r>
            <a:r>
              <a:rPr lang="en-US" dirty="0"/>
              <a:t>’]) in </a:t>
            </a:r>
            <a:r>
              <a:rPr lang="en-US" dirty="0" err="1"/>
              <a:t>cmd_move</a:t>
            </a:r>
            <a:r>
              <a:rPr lang="en-US" dirty="0"/>
              <a:t> command</a:t>
            </a:r>
          </a:p>
          <a:p>
            <a:pPr lvl="3"/>
            <a:r>
              <a:rPr lang="en-US" dirty="0"/>
              <a:t>Movement processor can next transform ‘left’, ‘up’ to proper result in new </a:t>
            </a:r>
            <a:r>
              <a:rPr lang="en-US" dirty="0" err="1"/>
              <a:t>possition</a:t>
            </a: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677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A54BA-1BEB-4718-9DCD-749D95F39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3" y="-17090"/>
            <a:ext cx="10515600" cy="1020831"/>
          </a:xfrm>
        </p:spPr>
        <p:txBody>
          <a:bodyPr/>
          <a:lstStyle/>
          <a:p>
            <a:r>
              <a:rPr lang="en-US" dirty="0"/>
              <a:t>Movement System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CB368FB-A008-488D-8C45-5F21F9A9B671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2017435" y="3350576"/>
            <a:ext cx="107081" cy="355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88DC3FB-9668-4877-8B5B-183D1991B856}"/>
              </a:ext>
            </a:extLst>
          </p:cNvPr>
          <p:cNvSpPr txBox="1"/>
          <p:nvPr/>
        </p:nvSpPr>
        <p:spPr>
          <a:xfrm>
            <a:off x="1443111" y="2981244"/>
            <a:ext cx="1148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move </a:t>
            </a:r>
            <a:r>
              <a:rPr lang="en-US" i="1" dirty="0" err="1">
                <a:solidFill>
                  <a:srgbClr val="FF0000"/>
                </a:solidFill>
              </a:rPr>
              <a:t>cmd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9DFD5F-3CF0-4F12-8EE5-54F50E7ED6AF}"/>
              </a:ext>
            </a:extLst>
          </p:cNvPr>
          <p:cNvSpPr txBox="1"/>
          <p:nvPr/>
        </p:nvSpPr>
        <p:spPr>
          <a:xfrm>
            <a:off x="1443111" y="3705598"/>
            <a:ext cx="1362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rgbClr val="00B050"/>
                </a:solidFill>
              </a:rPr>
              <a:t>FlagDoMove</a:t>
            </a:r>
            <a:endParaRPr lang="en-US" i="1" dirty="0">
              <a:solidFill>
                <a:srgbClr val="00B05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F19745B-6527-458A-8663-A61375597679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 flipH="1">
            <a:off x="2017435" y="1974402"/>
            <a:ext cx="8246" cy="1006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406DEC71-EDFD-49DB-B1B5-932E235EF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997" y="2150290"/>
            <a:ext cx="567368" cy="547360"/>
          </a:xfrm>
          <a:prstGeom prst="rect">
            <a:avLst/>
          </a:prstGeom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238921B6-E199-4554-A3FF-FB4F09EF9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388" y="130798"/>
            <a:ext cx="865469" cy="821057"/>
          </a:xfrm>
          <a:prstGeom prst="rect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6810615F-E6F6-4F07-97B6-9CD6F4EB444C}"/>
              </a:ext>
            </a:extLst>
          </p:cNvPr>
          <p:cNvGrpSpPr/>
          <p:nvPr/>
        </p:nvGrpSpPr>
        <p:grpSpPr>
          <a:xfrm>
            <a:off x="821056" y="1472121"/>
            <a:ext cx="2409250" cy="502281"/>
            <a:chOff x="1562202" y="1655001"/>
            <a:chExt cx="2409250" cy="50228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1E97C79-2625-451F-BC8E-7C5A98D3176D}"/>
                </a:ext>
              </a:extLst>
            </p:cNvPr>
            <p:cNvSpPr/>
            <p:nvPr/>
          </p:nvSpPr>
          <p:spPr>
            <a:xfrm>
              <a:off x="1562202" y="1655001"/>
              <a:ext cx="2409250" cy="50228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dirty="0"/>
                <a:t>Command system</a:t>
              </a:r>
            </a:p>
          </p:txBody>
        </p:sp>
        <p:pic>
          <p:nvPicPr>
            <p:cNvPr id="14" name="Picture 13" descr="Icon&#10;&#10;Description automatically generated">
              <a:extLst>
                <a:ext uri="{FF2B5EF4-FFF2-40B4-BE49-F238E27FC236}">
                  <a16:creationId xmlns:a16="http://schemas.microsoft.com/office/drawing/2014/main" id="{D7A68207-CF8F-4485-BCDF-2D9AC740B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76126" y="1678212"/>
              <a:ext cx="466426" cy="442491"/>
            </a:xfrm>
            <a:prstGeom prst="rect">
              <a:avLst/>
            </a:prstGeom>
          </p:spPr>
        </p:pic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A2DCD4C-384E-4EAD-99F2-EA7CC92576D5}"/>
              </a:ext>
            </a:extLst>
          </p:cNvPr>
          <p:cNvCxnSpPr>
            <a:cxnSpLocks/>
            <a:stCxn id="45" idx="6"/>
            <a:endCxn id="29" idx="1"/>
          </p:cNvCxnSpPr>
          <p:nvPr/>
        </p:nvCxnSpPr>
        <p:spPr>
          <a:xfrm flipV="1">
            <a:off x="3465182" y="3290501"/>
            <a:ext cx="368393" cy="1139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56AB529-6655-4DA4-AE81-9FB514FA7F0B}"/>
              </a:ext>
            </a:extLst>
          </p:cNvPr>
          <p:cNvGrpSpPr/>
          <p:nvPr/>
        </p:nvGrpSpPr>
        <p:grpSpPr>
          <a:xfrm>
            <a:off x="1801633" y="4081433"/>
            <a:ext cx="645764" cy="1027543"/>
            <a:chOff x="2025869" y="1166648"/>
            <a:chExt cx="811924" cy="1316421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EDB6C1B-2BD0-49B4-A3FE-E821A2EE02DB}"/>
                </a:ext>
              </a:extLst>
            </p:cNvPr>
            <p:cNvGrpSpPr/>
            <p:nvPr/>
          </p:nvGrpSpPr>
          <p:grpSpPr>
            <a:xfrm>
              <a:off x="2203494" y="1247928"/>
              <a:ext cx="491446" cy="1140548"/>
              <a:chOff x="1706880" y="1279459"/>
              <a:chExt cx="491446" cy="1140548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3AAAE552-1BE1-4700-BB76-61E838C9A4F3}"/>
                  </a:ext>
                </a:extLst>
              </p:cNvPr>
              <p:cNvSpPr/>
              <p:nvPr/>
            </p:nvSpPr>
            <p:spPr>
              <a:xfrm>
                <a:off x="1706880" y="1279459"/>
                <a:ext cx="477520" cy="47752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BD835F1-094C-4326-9B01-5C02779922CB}"/>
                  </a:ext>
                </a:extLst>
              </p:cNvPr>
              <p:cNvCxnSpPr>
                <a:cxnSpLocks/>
                <a:stCxn id="35" idx="4"/>
              </p:cNvCxnSpPr>
              <p:nvPr/>
            </p:nvCxnSpPr>
            <p:spPr>
              <a:xfrm>
                <a:off x="1945640" y="1756979"/>
                <a:ext cx="0" cy="3897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56FFBAB3-FE2A-4936-B308-9C88244D14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1522" y="1860330"/>
                <a:ext cx="48680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9332D384-37FC-4CC4-B473-EFB9A79FBB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45640" y="2146737"/>
                <a:ext cx="164137" cy="2732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AD44DD27-60A2-4C99-B772-BA6290B3D4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81503" y="2146737"/>
                <a:ext cx="164137" cy="2732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1771AC0-238E-4E9B-A17C-326D0C9541E4}"/>
                </a:ext>
              </a:extLst>
            </p:cNvPr>
            <p:cNvSpPr/>
            <p:nvPr/>
          </p:nvSpPr>
          <p:spPr>
            <a:xfrm>
              <a:off x="2025869" y="1166648"/>
              <a:ext cx="811924" cy="1316421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86A77FB4-63DA-44E3-ADC0-569A26F95A64}"/>
              </a:ext>
            </a:extLst>
          </p:cNvPr>
          <p:cNvSpPr txBox="1"/>
          <p:nvPr/>
        </p:nvSpPr>
        <p:spPr>
          <a:xfrm>
            <a:off x="918716" y="4138850"/>
            <a:ext cx="93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Position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BC2169D-2ABC-4156-B1C5-CA912C54F09A}"/>
              </a:ext>
            </a:extLst>
          </p:cNvPr>
          <p:cNvSpPr txBox="1"/>
          <p:nvPr/>
        </p:nvSpPr>
        <p:spPr>
          <a:xfrm>
            <a:off x="2460996" y="4146577"/>
            <a:ext cx="1004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Movable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C57EDE8-74BA-4642-91FD-AF7C432DBAE7}"/>
              </a:ext>
            </a:extLst>
          </p:cNvPr>
          <p:cNvGrpSpPr/>
          <p:nvPr/>
        </p:nvGrpSpPr>
        <p:grpSpPr>
          <a:xfrm>
            <a:off x="3833575" y="3146434"/>
            <a:ext cx="2409250" cy="282566"/>
            <a:chOff x="2402778" y="3126435"/>
            <a:chExt cx="2409250" cy="282566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3379979-0CA6-40DD-AB3F-FA3E19BFFC15}"/>
                </a:ext>
              </a:extLst>
            </p:cNvPr>
            <p:cNvSpPr txBox="1"/>
            <p:nvPr/>
          </p:nvSpPr>
          <p:spPr>
            <a:xfrm>
              <a:off x="2402778" y="3132002"/>
              <a:ext cx="2409250" cy="276999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PerformMovementProcessor</a:t>
              </a:r>
            </a:p>
          </p:txBody>
        </p:sp>
        <p:pic>
          <p:nvPicPr>
            <p:cNvPr id="43" name="Picture 42" descr="Icon&#10;&#10;Description automatically generated">
              <a:extLst>
                <a:ext uri="{FF2B5EF4-FFF2-40B4-BE49-F238E27FC236}">
                  <a16:creationId xmlns:a16="http://schemas.microsoft.com/office/drawing/2014/main" id="{6204B3BD-7650-4333-AC55-E8379D067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87388" y="3126435"/>
              <a:ext cx="262017" cy="265833"/>
            </a:xfrm>
            <a:prstGeom prst="rect">
              <a:avLst/>
            </a:prstGeom>
          </p:spPr>
        </p:pic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934CDB31-5385-4D2E-93D7-2C254F7F2655}"/>
              </a:ext>
            </a:extLst>
          </p:cNvPr>
          <p:cNvSpPr/>
          <p:nvPr/>
        </p:nvSpPr>
        <p:spPr>
          <a:xfrm>
            <a:off x="874407" y="3595767"/>
            <a:ext cx="2590775" cy="166925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558F851-0CA4-45CE-A4D0-645AA35172BD}"/>
              </a:ext>
            </a:extLst>
          </p:cNvPr>
          <p:cNvGrpSpPr/>
          <p:nvPr/>
        </p:nvGrpSpPr>
        <p:grpSpPr>
          <a:xfrm>
            <a:off x="7099474" y="3303700"/>
            <a:ext cx="645764" cy="1027543"/>
            <a:chOff x="2025869" y="1166648"/>
            <a:chExt cx="811924" cy="1316421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18A9B30-CC50-4BD5-BB1F-A979D18A3E03}"/>
                </a:ext>
              </a:extLst>
            </p:cNvPr>
            <p:cNvGrpSpPr/>
            <p:nvPr/>
          </p:nvGrpSpPr>
          <p:grpSpPr>
            <a:xfrm>
              <a:off x="2203494" y="1247928"/>
              <a:ext cx="491446" cy="1140548"/>
              <a:chOff x="1706880" y="1279459"/>
              <a:chExt cx="491446" cy="1140548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148C6B13-94A8-4905-B1A8-A6EF5E6A798F}"/>
                  </a:ext>
                </a:extLst>
              </p:cNvPr>
              <p:cNvSpPr/>
              <p:nvPr/>
            </p:nvSpPr>
            <p:spPr>
              <a:xfrm>
                <a:off x="1706880" y="1279459"/>
                <a:ext cx="477520" cy="47752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4C4F2C88-86CB-4D8B-8789-EC4947D855F1}"/>
                  </a:ext>
                </a:extLst>
              </p:cNvPr>
              <p:cNvCxnSpPr>
                <a:cxnSpLocks/>
                <a:stCxn id="51" idx="4"/>
              </p:cNvCxnSpPr>
              <p:nvPr/>
            </p:nvCxnSpPr>
            <p:spPr>
              <a:xfrm>
                <a:off x="1945640" y="1756979"/>
                <a:ext cx="0" cy="3897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FA26F2BD-E7A4-4058-B28C-87F32D9BC6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1522" y="1860330"/>
                <a:ext cx="48680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E251A252-9742-40CC-BF7B-1B16385987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45640" y="2146737"/>
                <a:ext cx="164137" cy="2732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ABC7DF0E-9138-4F2D-8506-12D0E3CE8C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81503" y="2146737"/>
                <a:ext cx="164137" cy="2732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35B4CE3-6D9E-4CDA-AC68-25C8259EA40E}"/>
                </a:ext>
              </a:extLst>
            </p:cNvPr>
            <p:cNvSpPr/>
            <p:nvPr/>
          </p:nvSpPr>
          <p:spPr>
            <a:xfrm>
              <a:off x="2025869" y="1166648"/>
              <a:ext cx="811924" cy="1316421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6B0454E8-9529-4B68-BD85-4858B1C4023E}"/>
              </a:ext>
            </a:extLst>
          </p:cNvPr>
          <p:cNvSpPr txBox="1"/>
          <p:nvPr/>
        </p:nvSpPr>
        <p:spPr>
          <a:xfrm>
            <a:off x="6954023" y="2856772"/>
            <a:ext cx="93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00FF"/>
                </a:highlight>
              </a:rPr>
              <a:t>Position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48F7E7B-6376-4216-9FBC-A1E1BA511F0C}"/>
              </a:ext>
            </a:extLst>
          </p:cNvPr>
          <p:cNvCxnSpPr>
            <a:cxnSpLocks/>
            <a:stCxn id="29" idx="3"/>
            <a:endCxn id="57" idx="1"/>
          </p:cNvCxnSpPr>
          <p:nvPr/>
        </p:nvCxnSpPr>
        <p:spPr>
          <a:xfrm flipV="1">
            <a:off x="6242825" y="3041438"/>
            <a:ext cx="711198" cy="249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45BB8F0-D955-43BE-821B-6F74791603A9}"/>
              </a:ext>
            </a:extLst>
          </p:cNvPr>
          <p:cNvGrpSpPr/>
          <p:nvPr/>
        </p:nvGrpSpPr>
        <p:grpSpPr>
          <a:xfrm>
            <a:off x="8692273" y="2387792"/>
            <a:ext cx="2409250" cy="502281"/>
            <a:chOff x="1562202" y="1655001"/>
            <a:chExt cx="2409250" cy="502281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7228F8C-088B-4050-B8DC-2F1BA66A327E}"/>
                </a:ext>
              </a:extLst>
            </p:cNvPr>
            <p:cNvSpPr/>
            <p:nvPr/>
          </p:nvSpPr>
          <p:spPr>
            <a:xfrm>
              <a:off x="1562202" y="1655001"/>
              <a:ext cx="2409250" cy="50228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dirty="0"/>
                <a:t>Animation system</a:t>
              </a:r>
            </a:p>
          </p:txBody>
        </p:sp>
        <p:pic>
          <p:nvPicPr>
            <p:cNvPr id="65" name="Picture 64" descr="Icon&#10;&#10;Description automatically generated">
              <a:extLst>
                <a:ext uri="{FF2B5EF4-FFF2-40B4-BE49-F238E27FC236}">
                  <a16:creationId xmlns:a16="http://schemas.microsoft.com/office/drawing/2014/main" id="{7B3795D3-6031-4F95-8ECD-798DC3E1BF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76126" y="1678212"/>
              <a:ext cx="466426" cy="442491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E459662-0A9A-4608-A24D-4ECCF2EFFA3D}"/>
              </a:ext>
            </a:extLst>
          </p:cNvPr>
          <p:cNvGrpSpPr/>
          <p:nvPr/>
        </p:nvGrpSpPr>
        <p:grpSpPr>
          <a:xfrm>
            <a:off x="8692273" y="4570697"/>
            <a:ext cx="2409250" cy="502281"/>
            <a:chOff x="1562202" y="1655001"/>
            <a:chExt cx="2409250" cy="502281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A80A397-F9C1-4FEA-AEB0-13C142EC787F}"/>
                </a:ext>
              </a:extLst>
            </p:cNvPr>
            <p:cNvSpPr/>
            <p:nvPr/>
          </p:nvSpPr>
          <p:spPr>
            <a:xfrm>
              <a:off x="1562202" y="1655001"/>
              <a:ext cx="2409250" cy="50228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dirty="0"/>
                <a:t>Collision system</a:t>
              </a:r>
            </a:p>
          </p:txBody>
        </p:sp>
        <p:pic>
          <p:nvPicPr>
            <p:cNvPr id="68" name="Picture 67" descr="Icon&#10;&#10;Description automatically generated">
              <a:extLst>
                <a:ext uri="{FF2B5EF4-FFF2-40B4-BE49-F238E27FC236}">
                  <a16:creationId xmlns:a16="http://schemas.microsoft.com/office/drawing/2014/main" id="{624DBFA5-BA7B-420F-8300-2AA95469C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76126" y="1678212"/>
              <a:ext cx="466426" cy="442491"/>
            </a:xfrm>
            <a:prstGeom prst="rect">
              <a:avLst/>
            </a:prstGeom>
          </p:spPr>
        </p:pic>
      </p:grp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436AB78-B71A-4D78-BEB0-4A781764611B}"/>
              </a:ext>
            </a:extLst>
          </p:cNvPr>
          <p:cNvCxnSpPr>
            <a:cxnSpLocks/>
            <a:endCxn id="64" idx="1"/>
          </p:cNvCxnSpPr>
          <p:nvPr/>
        </p:nvCxnSpPr>
        <p:spPr>
          <a:xfrm flipV="1">
            <a:off x="7919740" y="2638933"/>
            <a:ext cx="772533" cy="389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A7A275B-7AB9-435D-882E-CA882B5A824A}"/>
              </a:ext>
            </a:extLst>
          </p:cNvPr>
          <p:cNvCxnSpPr>
            <a:cxnSpLocks/>
            <a:stCxn id="57" idx="3"/>
            <a:endCxn id="67" idx="1"/>
          </p:cNvCxnSpPr>
          <p:nvPr/>
        </p:nvCxnSpPr>
        <p:spPr>
          <a:xfrm>
            <a:off x="7890690" y="3041438"/>
            <a:ext cx="801583" cy="1780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3493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240254B1-D4EF-43F0-B562-4778171E05EA}"/>
              </a:ext>
            </a:extLst>
          </p:cNvPr>
          <p:cNvGrpSpPr/>
          <p:nvPr/>
        </p:nvGrpSpPr>
        <p:grpSpPr>
          <a:xfrm>
            <a:off x="2403764" y="914560"/>
            <a:ext cx="1037691" cy="1685753"/>
            <a:chOff x="3924728" y="1874470"/>
            <a:chExt cx="1037691" cy="1685753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D58AF78-E32C-484A-9E74-286C370786FD}"/>
                </a:ext>
              </a:extLst>
            </p:cNvPr>
            <p:cNvGrpSpPr/>
            <p:nvPr/>
          </p:nvGrpSpPr>
          <p:grpSpPr>
            <a:xfrm>
              <a:off x="3924728" y="2243802"/>
              <a:ext cx="1037691" cy="1316421"/>
              <a:chOff x="3924728" y="2243802"/>
              <a:chExt cx="1037691" cy="1316421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4B0F1DAB-7C4B-4819-B7E9-D2226C2645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924729" y="2243802"/>
                <a:ext cx="1037690" cy="1300344"/>
              </a:xfrm>
              <a:prstGeom prst="rect">
                <a:avLst/>
              </a:prstGeom>
            </p:spPr>
          </p:pic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D3CC7E0-13A9-46F7-8772-B8A0846577AF}"/>
                  </a:ext>
                </a:extLst>
              </p:cNvPr>
              <p:cNvSpPr/>
              <p:nvPr/>
            </p:nvSpPr>
            <p:spPr>
              <a:xfrm>
                <a:off x="3924728" y="2243802"/>
                <a:ext cx="1037690" cy="1316421"/>
              </a:xfrm>
              <a:prstGeom prst="rect">
                <a:avLst/>
              </a:prstGeom>
              <a:noFill/>
              <a:ln>
                <a:solidFill>
                  <a:schemeClr val="accent1">
                    <a:shade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74BB569-B69F-4346-BD8C-524D08E8D60B}"/>
                </a:ext>
              </a:extLst>
            </p:cNvPr>
            <p:cNvSpPr txBox="1"/>
            <p:nvPr/>
          </p:nvSpPr>
          <p:spPr>
            <a:xfrm>
              <a:off x="4062250" y="1874470"/>
              <a:ext cx="756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sword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80FE16EA-ED49-43A9-86F4-64023BB167B8}"/>
              </a:ext>
            </a:extLst>
          </p:cNvPr>
          <p:cNvSpPr txBox="1"/>
          <p:nvPr/>
        </p:nvSpPr>
        <p:spPr>
          <a:xfrm>
            <a:off x="88983" y="59206"/>
            <a:ext cx="2538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 CASE – Pickup sword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6911B32-B443-4C6F-9223-9D4DCC8E2858}"/>
              </a:ext>
            </a:extLst>
          </p:cNvPr>
          <p:cNvGrpSpPr/>
          <p:nvPr/>
        </p:nvGrpSpPr>
        <p:grpSpPr>
          <a:xfrm>
            <a:off x="1358049" y="914560"/>
            <a:ext cx="811924" cy="1681686"/>
            <a:chOff x="2025869" y="801383"/>
            <a:chExt cx="811924" cy="1681686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17A3AA1-10B2-440E-9408-6EC683374820}"/>
                </a:ext>
              </a:extLst>
            </p:cNvPr>
            <p:cNvGrpSpPr/>
            <p:nvPr/>
          </p:nvGrpSpPr>
          <p:grpSpPr>
            <a:xfrm>
              <a:off x="2203494" y="1247928"/>
              <a:ext cx="491446" cy="1140548"/>
              <a:chOff x="1706880" y="1279459"/>
              <a:chExt cx="491446" cy="1140548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B8C0C65-657F-4EB0-AF02-100929A4D373}"/>
                  </a:ext>
                </a:extLst>
              </p:cNvPr>
              <p:cNvSpPr/>
              <p:nvPr/>
            </p:nvSpPr>
            <p:spPr>
              <a:xfrm>
                <a:off x="1706880" y="1279459"/>
                <a:ext cx="477520" cy="47752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641A35A-BF45-4255-84B1-6CCE03DBAAD2}"/>
                  </a:ext>
                </a:extLst>
              </p:cNvPr>
              <p:cNvCxnSpPr>
                <a:cxnSpLocks/>
                <a:stCxn id="4" idx="4"/>
              </p:cNvCxnSpPr>
              <p:nvPr/>
            </p:nvCxnSpPr>
            <p:spPr>
              <a:xfrm>
                <a:off x="1945640" y="1756979"/>
                <a:ext cx="0" cy="3897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1A92B64C-F211-4A4D-9B8C-3824BB6EC7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1522" y="1860330"/>
                <a:ext cx="48680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FAED024-D283-48F8-B47F-755883B7EE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45640" y="2146737"/>
                <a:ext cx="164137" cy="2732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2140BC13-A3AB-447F-A844-E85B19F97E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81503" y="2146737"/>
                <a:ext cx="164137" cy="2732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365F669-D175-4F40-8397-B6F87FE86503}"/>
                </a:ext>
              </a:extLst>
            </p:cNvPr>
            <p:cNvSpPr/>
            <p:nvPr/>
          </p:nvSpPr>
          <p:spPr>
            <a:xfrm>
              <a:off x="2025869" y="1166648"/>
              <a:ext cx="811924" cy="1316421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E108F8-07C8-4C8C-BF72-29158009A8FA}"/>
                </a:ext>
              </a:extLst>
            </p:cNvPr>
            <p:cNvSpPr txBox="1"/>
            <p:nvPr/>
          </p:nvSpPr>
          <p:spPr>
            <a:xfrm>
              <a:off x="2056691" y="801383"/>
              <a:ext cx="762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player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BEB8170F-0BC6-41F0-8C78-E0ECE0A60141}"/>
              </a:ext>
            </a:extLst>
          </p:cNvPr>
          <p:cNvSpPr txBox="1"/>
          <p:nvPr/>
        </p:nvSpPr>
        <p:spPr>
          <a:xfrm>
            <a:off x="608423" y="538281"/>
            <a:ext cx="335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0. </a:t>
            </a:r>
            <a:r>
              <a:rPr lang="en-US" dirty="0"/>
              <a:t>Player stands next to the sword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75C1E9B-3F7F-4D56-BE08-C3D22DA55F73}"/>
              </a:ext>
            </a:extLst>
          </p:cNvPr>
          <p:cNvCxnSpPr>
            <a:cxnSpLocks/>
          </p:cNvCxnSpPr>
          <p:nvPr/>
        </p:nvCxnSpPr>
        <p:spPr>
          <a:xfrm>
            <a:off x="979735" y="2848698"/>
            <a:ext cx="100033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10C7DC4-A32E-419D-B991-8B631F4B93C1}"/>
              </a:ext>
            </a:extLst>
          </p:cNvPr>
          <p:cNvSpPr txBox="1"/>
          <p:nvPr/>
        </p:nvSpPr>
        <p:spPr>
          <a:xfrm>
            <a:off x="4094181" y="945095"/>
            <a:ext cx="1356269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Collidable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Moveable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Inventory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HasWeapon</a:t>
            </a:r>
          </a:p>
          <a:p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35F821D-3F83-4012-8249-B7F36BFD7D73}"/>
              </a:ext>
            </a:extLst>
          </p:cNvPr>
          <p:cNvSpPr txBox="1"/>
          <p:nvPr/>
        </p:nvSpPr>
        <p:spPr>
          <a:xfrm>
            <a:off x="5694869" y="945094"/>
            <a:ext cx="1290097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Collidable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Weapon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AmmoPack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Pickable</a:t>
            </a:r>
          </a:p>
          <a:p>
            <a:endParaRPr lang="en-US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B112737-48AB-438F-A59B-C177E9F74FAF}"/>
              </a:ext>
            </a:extLst>
          </p:cNvPr>
          <p:cNvGrpSpPr/>
          <p:nvPr/>
        </p:nvGrpSpPr>
        <p:grpSpPr>
          <a:xfrm>
            <a:off x="2411586" y="3429000"/>
            <a:ext cx="1037691" cy="1685753"/>
            <a:chOff x="3924728" y="1874470"/>
            <a:chExt cx="1037691" cy="1685753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8A5157A3-685A-4617-8FCB-047AFB7114EC}"/>
                </a:ext>
              </a:extLst>
            </p:cNvPr>
            <p:cNvGrpSpPr/>
            <p:nvPr/>
          </p:nvGrpSpPr>
          <p:grpSpPr>
            <a:xfrm>
              <a:off x="3924728" y="2243802"/>
              <a:ext cx="1037691" cy="1316421"/>
              <a:chOff x="3924728" y="2243802"/>
              <a:chExt cx="1037691" cy="1316421"/>
            </a:xfrm>
          </p:grpSpPr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8A859FFA-7A45-43BF-B40F-536AFEE51D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924729" y="2243802"/>
                <a:ext cx="1037690" cy="1300344"/>
              </a:xfrm>
              <a:prstGeom prst="rect">
                <a:avLst/>
              </a:prstGeom>
            </p:spPr>
          </p:pic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25169503-2D40-4FB6-AB84-31197E78D5AE}"/>
                  </a:ext>
                </a:extLst>
              </p:cNvPr>
              <p:cNvSpPr/>
              <p:nvPr/>
            </p:nvSpPr>
            <p:spPr>
              <a:xfrm>
                <a:off x="3924728" y="2243802"/>
                <a:ext cx="1037690" cy="1316421"/>
              </a:xfrm>
              <a:prstGeom prst="rect">
                <a:avLst/>
              </a:prstGeom>
              <a:noFill/>
              <a:ln>
                <a:solidFill>
                  <a:schemeClr val="accent1">
                    <a:shade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D98701A-20A7-492D-A8ED-DC45C78EAB9B}"/>
                </a:ext>
              </a:extLst>
            </p:cNvPr>
            <p:cNvSpPr txBox="1"/>
            <p:nvPr/>
          </p:nvSpPr>
          <p:spPr>
            <a:xfrm>
              <a:off x="4062250" y="1874470"/>
              <a:ext cx="756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sword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4992030-BA7A-41F2-AF76-ADA3CE2578BD}"/>
              </a:ext>
            </a:extLst>
          </p:cNvPr>
          <p:cNvGrpSpPr/>
          <p:nvPr/>
        </p:nvGrpSpPr>
        <p:grpSpPr>
          <a:xfrm>
            <a:off x="1742621" y="3560978"/>
            <a:ext cx="811924" cy="1681686"/>
            <a:chOff x="2025869" y="801383"/>
            <a:chExt cx="811924" cy="1681686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3C4B122-5C90-4D5D-AAE1-F4B005C13266}"/>
                </a:ext>
              </a:extLst>
            </p:cNvPr>
            <p:cNvGrpSpPr/>
            <p:nvPr/>
          </p:nvGrpSpPr>
          <p:grpSpPr>
            <a:xfrm>
              <a:off x="2203494" y="1247928"/>
              <a:ext cx="491446" cy="1140548"/>
              <a:chOff x="1706880" y="1279459"/>
              <a:chExt cx="491446" cy="1140548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B0C528A7-BD6C-4E17-A4BB-A3388613CBF8}"/>
                  </a:ext>
                </a:extLst>
              </p:cNvPr>
              <p:cNvSpPr/>
              <p:nvPr/>
            </p:nvSpPr>
            <p:spPr>
              <a:xfrm>
                <a:off x="1706880" y="1279459"/>
                <a:ext cx="477520" cy="47752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E7D9F68D-F65D-49CA-AEBC-CEDA580E0573}"/>
                  </a:ext>
                </a:extLst>
              </p:cNvPr>
              <p:cNvCxnSpPr>
                <a:cxnSpLocks/>
                <a:stCxn id="65" idx="4"/>
              </p:cNvCxnSpPr>
              <p:nvPr/>
            </p:nvCxnSpPr>
            <p:spPr>
              <a:xfrm>
                <a:off x="1945640" y="1756979"/>
                <a:ext cx="0" cy="3897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DCCD619D-5567-42A3-AF30-5B2308E1D0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1522" y="1860330"/>
                <a:ext cx="48680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5C75B4E4-584B-4557-B895-7C5B348DB0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45640" y="2146737"/>
                <a:ext cx="164137" cy="2732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DC6D0735-C2BE-481F-A4F1-8E6BDB04B3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81503" y="2146737"/>
                <a:ext cx="164137" cy="2732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5F4718D-B968-4F72-9066-9EA80036D6C9}"/>
                </a:ext>
              </a:extLst>
            </p:cNvPr>
            <p:cNvSpPr/>
            <p:nvPr/>
          </p:nvSpPr>
          <p:spPr>
            <a:xfrm>
              <a:off x="2025869" y="1166648"/>
              <a:ext cx="811924" cy="1316421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78F46AC-7A81-4C44-BF9B-511DC9D35840}"/>
                </a:ext>
              </a:extLst>
            </p:cNvPr>
            <p:cNvSpPr txBox="1"/>
            <p:nvPr/>
          </p:nvSpPr>
          <p:spPr>
            <a:xfrm>
              <a:off x="2056691" y="801383"/>
              <a:ext cx="762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player</a:t>
              </a: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D8EA0498-99C0-491E-98C4-D04AA98FDB46}"/>
              </a:ext>
            </a:extLst>
          </p:cNvPr>
          <p:cNvSpPr txBox="1"/>
          <p:nvPr/>
        </p:nvSpPr>
        <p:spPr>
          <a:xfrm>
            <a:off x="733812" y="2967159"/>
            <a:ext cx="4766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1. </a:t>
            </a:r>
            <a:r>
              <a:rPr lang="en-US" dirty="0"/>
              <a:t>Player moves to the sword</a:t>
            </a:r>
            <a:r>
              <a:rPr lang="cs-CZ" dirty="0"/>
              <a:t> </a:t>
            </a:r>
            <a:r>
              <a:rPr lang="en-US" dirty="0"/>
              <a:t>– collision detected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EDD74C6F-676D-40EA-8988-86AE11A6FFE8}"/>
              </a:ext>
            </a:extLst>
          </p:cNvPr>
          <p:cNvCxnSpPr>
            <a:cxnSpLocks/>
          </p:cNvCxnSpPr>
          <p:nvPr/>
        </p:nvCxnSpPr>
        <p:spPr>
          <a:xfrm>
            <a:off x="865006" y="5711934"/>
            <a:ext cx="100033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14256460-766F-4150-AF9C-7E01C0D0CF7E}"/>
              </a:ext>
            </a:extLst>
          </p:cNvPr>
          <p:cNvSpPr txBox="1"/>
          <p:nvPr/>
        </p:nvSpPr>
        <p:spPr>
          <a:xfrm>
            <a:off x="3979452" y="3459535"/>
            <a:ext cx="1878848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ighlight>
                  <a:srgbClr val="FF00FF"/>
                </a:highlight>
              </a:rPr>
              <a:t>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Collidable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ighlight>
                  <a:srgbClr val="FFFF00"/>
                </a:highlight>
              </a:rPr>
              <a:t>Moveable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Inventory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HasWeapon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00FF00"/>
                </a:highlight>
              </a:rPr>
              <a:t>FlagHasMoved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00FF00"/>
                </a:highlight>
              </a:rPr>
              <a:t>FlagHasCollided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00FF00"/>
                </a:highlight>
              </a:rPr>
              <a:t>sword</a:t>
            </a:r>
            <a:r>
              <a:rPr lang="en-US" sz="1400" b="1" i="1" dirty="0">
                <a:highlight>
                  <a:srgbClr val="00FF00"/>
                </a:highlight>
              </a:rPr>
              <a:t>, </a:t>
            </a:r>
            <a:r>
              <a:rPr lang="en-US" sz="1400" b="1" i="1" dirty="0">
                <a:solidFill>
                  <a:srgbClr val="FF0000"/>
                </a:solidFill>
                <a:highlight>
                  <a:srgbClr val="00FF00"/>
                </a:highlight>
              </a:rPr>
              <a:t>-10</a:t>
            </a:r>
            <a:r>
              <a:rPr lang="en-US" sz="1400" i="1" dirty="0">
                <a:highlight>
                  <a:srgbClr val="00FF00"/>
                </a:highlight>
              </a:rPr>
              <a:t>, 0</a:t>
            </a:r>
          </a:p>
          <a:p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EC58F03-54DF-42F1-97EE-657F7B7E155E}"/>
              </a:ext>
            </a:extLst>
          </p:cNvPr>
          <p:cNvSpPr txBox="1"/>
          <p:nvPr/>
        </p:nvSpPr>
        <p:spPr>
          <a:xfrm>
            <a:off x="6339918" y="3429000"/>
            <a:ext cx="1904560" cy="21544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Collidable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Weapon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AmmoPack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Pickable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00FF00"/>
                </a:highlight>
              </a:rPr>
              <a:t>FlagHasCollided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00FF00"/>
                </a:highlight>
              </a:rPr>
              <a:t>player, </a:t>
            </a:r>
            <a:r>
              <a:rPr lang="en-US" sz="1400" b="1" i="1" dirty="0">
                <a:highlight>
                  <a:srgbClr val="00FF00"/>
                </a:highlight>
              </a:rPr>
              <a:t>+10</a:t>
            </a:r>
            <a:r>
              <a:rPr lang="en-US" sz="1400" i="1" dirty="0">
                <a:highlight>
                  <a:srgbClr val="00FF00"/>
                </a:highlight>
              </a:rPr>
              <a:t>, 0</a:t>
            </a:r>
          </a:p>
          <a:p>
            <a:endParaRPr lang="en-US" dirty="0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A07C2FC-9732-4F24-9B36-9362D4B405F4}"/>
              </a:ext>
            </a:extLst>
          </p:cNvPr>
          <p:cNvCxnSpPr>
            <a:cxnSpLocks/>
          </p:cNvCxnSpPr>
          <p:nvPr/>
        </p:nvCxnSpPr>
        <p:spPr>
          <a:xfrm flipH="1">
            <a:off x="2397766" y="5006963"/>
            <a:ext cx="15134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1427B8E-0234-44F3-B773-BB4D64842B67}"/>
              </a:ext>
            </a:extLst>
          </p:cNvPr>
          <p:cNvCxnSpPr>
            <a:cxnSpLocks/>
          </p:cNvCxnSpPr>
          <p:nvPr/>
        </p:nvCxnSpPr>
        <p:spPr>
          <a:xfrm>
            <a:off x="2411585" y="4722397"/>
            <a:ext cx="155737" cy="1173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BF1E3C8-CE66-4463-8CE7-615DCCA12532}"/>
              </a:ext>
            </a:extLst>
          </p:cNvPr>
          <p:cNvSpPr txBox="1"/>
          <p:nvPr/>
        </p:nvSpPr>
        <p:spPr>
          <a:xfrm>
            <a:off x="8125905" y="538281"/>
            <a:ext cx="21280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InputProcessor</a:t>
            </a:r>
            <a:endParaRPr lang="en-US" dirty="0"/>
          </a:p>
          <a:p>
            <a:r>
              <a:rPr lang="en-US" dirty="0" err="1"/>
              <a:t>BrainProcessor</a:t>
            </a:r>
            <a:endParaRPr lang="en-US" dirty="0"/>
          </a:p>
          <a:p>
            <a:r>
              <a:rPr lang="en-US" dirty="0" err="1"/>
              <a:t>CommandProcessor</a:t>
            </a:r>
            <a:endParaRPr lang="en-US" dirty="0"/>
          </a:p>
          <a:p>
            <a:r>
              <a:rPr lang="en-US" dirty="0" err="1"/>
              <a:t>MovementProcessor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399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240254B1-D4EF-43F0-B562-4778171E05EA}"/>
              </a:ext>
            </a:extLst>
          </p:cNvPr>
          <p:cNvGrpSpPr/>
          <p:nvPr/>
        </p:nvGrpSpPr>
        <p:grpSpPr>
          <a:xfrm>
            <a:off x="2403764" y="914560"/>
            <a:ext cx="1037691" cy="1685753"/>
            <a:chOff x="3924728" y="1874470"/>
            <a:chExt cx="1037691" cy="1685753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D58AF78-E32C-484A-9E74-286C370786FD}"/>
                </a:ext>
              </a:extLst>
            </p:cNvPr>
            <p:cNvGrpSpPr/>
            <p:nvPr/>
          </p:nvGrpSpPr>
          <p:grpSpPr>
            <a:xfrm>
              <a:off x="3924728" y="2243802"/>
              <a:ext cx="1037691" cy="1316421"/>
              <a:chOff x="3924728" y="2243802"/>
              <a:chExt cx="1037691" cy="1316421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4B0F1DAB-7C4B-4819-B7E9-D2226C2645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924729" y="2243802"/>
                <a:ext cx="1037690" cy="1300344"/>
              </a:xfrm>
              <a:prstGeom prst="rect">
                <a:avLst/>
              </a:prstGeom>
            </p:spPr>
          </p:pic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D3CC7E0-13A9-46F7-8772-B8A0846577AF}"/>
                  </a:ext>
                </a:extLst>
              </p:cNvPr>
              <p:cNvSpPr/>
              <p:nvPr/>
            </p:nvSpPr>
            <p:spPr>
              <a:xfrm>
                <a:off x="3924728" y="2243802"/>
                <a:ext cx="1037690" cy="1316421"/>
              </a:xfrm>
              <a:prstGeom prst="rect">
                <a:avLst/>
              </a:prstGeom>
              <a:noFill/>
              <a:ln>
                <a:solidFill>
                  <a:schemeClr val="accent1">
                    <a:shade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74BB569-B69F-4346-BD8C-524D08E8D60B}"/>
                </a:ext>
              </a:extLst>
            </p:cNvPr>
            <p:cNvSpPr txBox="1"/>
            <p:nvPr/>
          </p:nvSpPr>
          <p:spPr>
            <a:xfrm>
              <a:off x="4062250" y="1874470"/>
              <a:ext cx="756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sword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80FE16EA-ED49-43A9-86F4-64023BB167B8}"/>
              </a:ext>
            </a:extLst>
          </p:cNvPr>
          <p:cNvSpPr txBox="1"/>
          <p:nvPr/>
        </p:nvSpPr>
        <p:spPr>
          <a:xfrm>
            <a:off x="88983" y="59206"/>
            <a:ext cx="2538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 CASE – Pickup sword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6911B32-B443-4C6F-9223-9D4DCC8E2858}"/>
              </a:ext>
            </a:extLst>
          </p:cNvPr>
          <p:cNvGrpSpPr/>
          <p:nvPr/>
        </p:nvGrpSpPr>
        <p:grpSpPr>
          <a:xfrm>
            <a:off x="1358049" y="914560"/>
            <a:ext cx="811924" cy="1681686"/>
            <a:chOff x="2025869" y="801383"/>
            <a:chExt cx="811924" cy="1681686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17A3AA1-10B2-440E-9408-6EC683374820}"/>
                </a:ext>
              </a:extLst>
            </p:cNvPr>
            <p:cNvGrpSpPr/>
            <p:nvPr/>
          </p:nvGrpSpPr>
          <p:grpSpPr>
            <a:xfrm>
              <a:off x="2203494" y="1247928"/>
              <a:ext cx="491446" cy="1140548"/>
              <a:chOff x="1706880" y="1279459"/>
              <a:chExt cx="491446" cy="1140548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B8C0C65-657F-4EB0-AF02-100929A4D373}"/>
                  </a:ext>
                </a:extLst>
              </p:cNvPr>
              <p:cNvSpPr/>
              <p:nvPr/>
            </p:nvSpPr>
            <p:spPr>
              <a:xfrm>
                <a:off x="1706880" y="1279459"/>
                <a:ext cx="477520" cy="47752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641A35A-BF45-4255-84B1-6CCE03DBAAD2}"/>
                  </a:ext>
                </a:extLst>
              </p:cNvPr>
              <p:cNvCxnSpPr>
                <a:cxnSpLocks/>
                <a:stCxn id="4" idx="4"/>
              </p:cNvCxnSpPr>
              <p:nvPr/>
            </p:nvCxnSpPr>
            <p:spPr>
              <a:xfrm>
                <a:off x="1945640" y="1756979"/>
                <a:ext cx="0" cy="3897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1A92B64C-F211-4A4D-9B8C-3824BB6EC7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1522" y="1860330"/>
                <a:ext cx="48680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FAED024-D283-48F8-B47F-755883B7EE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45640" y="2146737"/>
                <a:ext cx="164137" cy="2732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2140BC13-A3AB-447F-A844-E85B19F97E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81503" y="2146737"/>
                <a:ext cx="164137" cy="2732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365F669-D175-4F40-8397-B6F87FE86503}"/>
                </a:ext>
              </a:extLst>
            </p:cNvPr>
            <p:cNvSpPr/>
            <p:nvPr/>
          </p:nvSpPr>
          <p:spPr>
            <a:xfrm>
              <a:off x="2025869" y="1166648"/>
              <a:ext cx="811924" cy="1316421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E108F8-07C8-4C8C-BF72-29158009A8FA}"/>
                </a:ext>
              </a:extLst>
            </p:cNvPr>
            <p:cNvSpPr txBox="1"/>
            <p:nvPr/>
          </p:nvSpPr>
          <p:spPr>
            <a:xfrm>
              <a:off x="2056691" y="801383"/>
              <a:ext cx="762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player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BEB8170F-0BC6-41F0-8C78-E0ECE0A60141}"/>
              </a:ext>
            </a:extLst>
          </p:cNvPr>
          <p:cNvSpPr txBox="1"/>
          <p:nvPr/>
        </p:nvSpPr>
        <p:spPr>
          <a:xfrm>
            <a:off x="608423" y="538281"/>
            <a:ext cx="335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0. </a:t>
            </a:r>
            <a:r>
              <a:rPr lang="en-US" dirty="0"/>
              <a:t>Player stands next to the sword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75C1E9B-3F7F-4D56-BE08-C3D22DA55F73}"/>
              </a:ext>
            </a:extLst>
          </p:cNvPr>
          <p:cNvCxnSpPr>
            <a:cxnSpLocks/>
          </p:cNvCxnSpPr>
          <p:nvPr/>
        </p:nvCxnSpPr>
        <p:spPr>
          <a:xfrm>
            <a:off x="979735" y="2848698"/>
            <a:ext cx="100033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10C7DC4-A32E-419D-B991-8B631F4B93C1}"/>
              </a:ext>
            </a:extLst>
          </p:cNvPr>
          <p:cNvSpPr txBox="1"/>
          <p:nvPr/>
        </p:nvSpPr>
        <p:spPr>
          <a:xfrm>
            <a:off x="4094181" y="945095"/>
            <a:ext cx="1356269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Collidable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Moveable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Inventory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HasWeapon</a:t>
            </a:r>
          </a:p>
          <a:p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35F821D-3F83-4012-8249-B7F36BFD7D73}"/>
              </a:ext>
            </a:extLst>
          </p:cNvPr>
          <p:cNvSpPr txBox="1"/>
          <p:nvPr/>
        </p:nvSpPr>
        <p:spPr>
          <a:xfrm>
            <a:off x="5694869" y="945094"/>
            <a:ext cx="1290097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Collidable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Weapon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AmmoPack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Pickable</a:t>
            </a:r>
          </a:p>
          <a:p>
            <a:endParaRPr lang="en-US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B112737-48AB-438F-A59B-C177E9F74FAF}"/>
              </a:ext>
            </a:extLst>
          </p:cNvPr>
          <p:cNvGrpSpPr/>
          <p:nvPr/>
        </p:nvGrpSpPr>
        <p:grpSpPr>
          <a:xfrm>
            <a:off x="2411586" y="3429000"/>
            <a:ext cx="1037691" cy="1685753"/>
            <a:chOff x="3924728" y="1874470"/>
            <a:chExt cx="1037691" cy="1685753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8A5157A3-685A-4617-8FCB-047AFB7114EC}"/>
                </a:ext>
              </a:extLst>
            </p:cNvPr>
            <p:cNvGrpSpPr/>
            <p:nvPr/>
          </p:nvGrpSpPr>
          <p:grpSpPr>
            <a:xfrm>
              <a:off x="3924728" y="2243802"/>
              <a:ext cx="1037691" cy="1316421"/>
              <a:chOff x="3924728" y="2243802"/>
              <a:chExt cx="1037691" cy="1316421"/>
            </a:xfrm>
          </p:grpSpPr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8A859FFA-7A45-43BF-B40F-536AFEE51D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924729" y="2243802"/>
                <a:ext cx="1037690" cy="1300344"/>
              </a:xfrm>
              <a:prstGeom prst="rect">
                <a:avLst/>
              </a:prstGeom>
            </p:spPr>
          </p:pic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25169503-2D40-4FB6-AB84-31197E78D5AE}"/>
                  </a:ext>
                </a:extLst>
              </p:cNvPr>
              <p:cNvSpPr/>
              <p:nvPr/>
            </p:nvSpPr>
            <p:spPr>
              <a:xfrm>
                <a:off x="3924728" y="2243802"/>
                <a:ext cx="1037690" cy="1316421"/>
              </a:xfrm>
              <a:prstGeom prst="rect">
                <a:avLst/>
              </a:prstGeom>
              <a:noFill/>
              <a:ln>
                <a:solidFill>
                  <a:schemeClr val="accent1">
                    <a:shade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D98701A-20A7-492D-A8ED-DC45C78EAB9B}"/>
                </a:ext>
              </a:extLst>
            </p:cNvPr>
            <p:cNvSpPr txBox="1"/>
            <p:nvPr/>
          </p:nvSpPr>
          <p:spPr>
            <a:xfrm>
              <a:off x="4062250" y="1874470"/>
              <a:ext cx="756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sword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4992030-BA7A-41F2-AF76-ADA3CE2578BD}"/>
              </a:ext>
            </a:extLst>
          </p:cNvPr>
          <p:cNvGrpSpPr/>
          <p:nvPr/>
        </p:nvGrpSpPr>
        <p:grpSpPr>
          <a:xfrm>
            <a:off x="1742621" y="3560978"/>
            <a:ext cx="811924" cy="1681686"/>
            <a:chOff x="2025869" y="801383"/>
            <a:chExt cx="811924" cy="1681686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3C4B122-5C90-4D5D-AAE1-F4B005C13266}"/>
                </a:ext>
              </a:extLst>
            </p:cNvPr>
            <p:cNvGrpSpPr/>
            <p:nvPr/>
          </p:nvGrpSpPr>
          <p:grpSpPr>
            <a:xfrm>
              <a:off x="2203494" y="1247928"/>
              <a:ext cx="491446" cy="1140548"/>
              <a:chOff x="1706880" y="1279459"/>
              <a:chExt cx="491446" cy="1140548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B0C528A7-BD6C-4E17-A4BB-A3388613CBF8}"/>
                  </a:ext>
                </a:extLst>
              </p:cNvPr>
              <p:cNvSpPr/>
              <p:nvPr/>
            </p:nvSpPr>
            <p:spPr>
              <a:xfrm>
                <a:off x="1706880" y="1279459"/>
                <a:ext cx="477520" cy="47752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E7D9F68D-F65D-49CA-AEBC-CEDA580E0573}"/>
                  </a:ext>
                </a:extLst>
              </p:cNvPr>
              <p:cNvCxnSpPr>
                <a:cxnSpLocks/>
                <a:stCxn id="65" idx="4"/>
              </p:cNvCxnSpPr>
              <p:nvPr/>
            </p:nvCxnSpPr>
            <p:spPr>
              <a:xfrm>
                <a:off x="1945640" y="1756979"/>
                <a:ext cx="0" cy="3897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DCCD619D-5567-42A3-AF30-5B2308E1D0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1522" y="1860330"/>
                <a:ext cx="48680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5C75B4E4-584B-4557-B895-7C5B348DB0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45640" y="2146737"/>
                <a:ext cx="164137" cy="2732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DC6D0735-C2BE-481F-A4F1-8E6BDB04B3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81503" y="2146737"/>
                <a:ext cx="164137" cy="2732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5F4718D-B968-4F72-9066-9EA80036D6C9}"/>
                </a:ext>
              </a:extLst>
            </p:cNvPr>
            <p:cNvSpPr/>
            <p:nvPr/>
          </p:nvSpPr>
          <p:spPr>
            <a:xfrm>
              <a:off x="2025869" y="1166648"/>
              <a:ext cx="811924" cy="1316421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78F46AC-7A81-4C44-BF9B-511DC9D35840}"/>
                </a:ext>
              </a:extLst>
            </p:cNvPr>
            <p:cNvSpPr txBox="1"/>
            <p:nvPr/>
          </p:nvSpPr>
          <p:spPr>
            <a:xfrm>
              <a:off x="2056691" y="801383"/>
              <a:ext cx="762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player</a:t>
              </a: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D8EA0498-99C0-491E-98C4-D04AA98FDB46}"/>
              </a:ext>
            </a:extLst>
          </p:cNvPr>
          <p:cNvSpPr txBox="1"/>
          <p:nvPr/>
        </p:nvSpPr>
        <p:spPr>
          <a:xfrm>
            <a:off x="733812" y="2967159"/>
            <a:ext cx="4766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1. </a:t>
            </a:r>
            <a:r>
              <a:rPr lang="en-US" dirty="0"/>
              <a:t>Player moves to the sword</a:t>
            </a:r>
            <a:r>
              <a:rPr lang="cs-CZ" dirty="0"/>
              <a:t> </a:t>
            </a:r>
            <a:r>
              <a:rPr lang="en-US" dirty="0"/>
              <a:t>– collision detected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EDD74C6F-676D-40EA-8988-86AE11A6FFE8}"/>
              </a:ext>
            </a:extLst>
          </p:cNvPr>
          <p:cNvCxnSpPr>
            <a:cxnSpLocks/>
          </p:cNvCxnSpPr>
          <p:nvPr/>
        </p:nvCxnSpPr>
        <p:spPr>
          <a:xfrm>
            <a:off x="865006" y="5711934"/>
            <a:ext cx="100033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14256460-766F-4150-AF9C-7E01C0D0CF7E}"/>
              </a:ext>
            </a:extLst>
          </p:cNvPr>
          <p:cNvSpPr txBox="1"/>
          <p:nvPr/>
        </p:nvSpPr>
        <p:spPr>
          <a:xfrm>
            <a:off x="3979452" y="3459535"/>
            <a:ext cx="1878848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ighlight>
                  <a:srgbClr val="FF00FF"/>
                </a:highlight>
              </a:rPr>
              <a:t>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Collidable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ighlight>
                  <a:srgbClr val="FFFF00"/>
                </a:highlight>
              </a:rPr>
              <a:t>Moveable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Inventory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HasWeapon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00FF00"/>
                </a:highlight>
              </a:rPr>
              <a:t>FlagHasMoved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00FF00"/>
                </a:highlight>
              </a:rPr>
              <a:t>FlagHasCollided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00FF00"/>
                </a:highlight>
              </a:rPr>
              <a:t>sword</a:t>
            </a:r>
            <a:r>
              <a:rPr lang="en-US" sz="1400" b="1" i="1" dirty="0">
                <a:highlight>
                  <a:srgbClr val="00FF00"/>
                </a:highlight>
              </a:rPr>
              <a:t>, </a:t>
            </a:r>
            <a:r>
              <a:rPr lang="en-US" sz="1400" b="1" i="1" dirty="0">
                <a:solidFill>
                  <a:srgbClr val="FF0000"/>
                </a:solidFill>
                <a:highlight>
                  <a:srgbClr val="00FF00"/>
                </a:highlight>
              </a:rPr>
              <a:t>-10</a:t>
            </a:r>
            <a:r>
              <a:rPr lang="en-US" sz="1400" i="1" dirty="0">
                <a:highlight>
                  <a:srgbClr val="00FF00"/>
                </a:highlight>
              </a:rPr>
              <a:t>, 0</a:t>
            </a:r>
          </a:p>
          <a:p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EC58F03-54DF-42F1-97EE-657F7B7E155E}"/>
              </a:ext>
            </a:extLst>
          </p:cNvPr>
          <p:cNvSpPr txBox="1"/>
          <p:nvPr/>
        </p:nvSpPr>
        <p:spPr>
          <a:xfrm>
            <a:off x="6339918" y="3429000"/>
            <a:ext cx="1904560" cy="21544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Collidable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Weapon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AmmoPack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Pickable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00FF00"/>
                </a:highlight>
              </a:rPr>
              <a:t>FlagHasCollided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00FF00"/>
                </a:highlight>
              </a:rPr>
              <a:t>player, </a:t>
            </a:r>
            <a:r>
              <a:rPr lang="en-US" sz="1400" b="1" i="1" dirty="0">
                <a:highlight>
                  <a:srgbClr val="00FF00"/>
                </a:highlight>
              </a:rPr>
              <a:t>+10</a:t>
            </a:r>
            <a:r>
              <a:rPr lang="en-US" sz="1400" i="1" dirty="0">
                <a:highlight>
                  <a:srgbClr val="00FF00"/>
                </a:highlight>
              </a:rPr>
              <a:t>, 0</a:t>
            </a:r>
          </a:p>
          <a:p>
            <a:endParaRPr lang="en-US" dirty="0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A07C2FC-9732-4F24-9B36-9362D4B405F4}"/>
              </a:ext>
            </a:extLst>
          </p:cNvPr>
          <p:cNvCxnSpPr>
            <a:cxnSpLocks/>
          </p:cNvCxnSpPr>
          <p:nvPr/>
        </p:nvCxnSpPr>
        <p:spPr>
          <a:xfrm flipH="1">
            <a:off x="2397766" y="5006963"/>
            <a:ext cx="15134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1427B8E-0234-44F3-B773-BB4D64842B67}"/>
              </a:ext>
            </a:extLst>
          </p:cNvPr>
          <p:cNvCxnSpPr>
            <a:cxnSpLocks/>
          </p:cNvCxnSpPr>
          <p:nvPr/>
        </p:nvCxnSpPr>
        <p:spPr>
          <a:xfrm>
            <a:off x="2411585" y="4722397"/>
            <a:ext cx="155737" cy="1173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4763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80FE16EA-ED49-43A9-86F4-64023BB167B8}"/>
              </a:ext>
            </a:extLst>
          </p:cNvPr>
          <p:cNvSpPr txBox="1"/>
          <p:nvPr/>
        </p:nvSpPr>
        <p:spPr>
          <a:xfrm>
            <a:off x="88983" y="59206"/>
            <a:ext cx="2538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 CASE – Pickup sword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75C1E9B-3F7F-4D56-BE08-C3D22DA55F73}"/>
              </a:ext>
            </a:extLst>
          </p:cNvPr>
          <p:cNvCxnSpPr>
            <a:cxnSpLocks/>
          </p:cNvCxnSpPr>
          <p:nvPr/>
        </p:nvCxnSpPr>
        <p:spPr>
          <a:xfrm>
            <a:off x="756324" y="757629"/>
            <a:ext cx="100033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B112737-48AB-438F-A59B-C177E9F74FAF}"/>
              </a:ext>
            </a:extLst>
          </p:cNvPr>
          <p:cNvGrpSpPr/>
          <p:nvPr/>
        </p:nvGrpSpPr>
        <p:grpSpPr>
          <a:xfrm>
            <a:off x="2204077" y="1337931"/>
            <a:ext cx="1037691" cy="1685753"/>
            <a:chOff x="3924728" y="1874470"/>
            <a:chExt cx="1037691" cy="1685753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8A5157A3-685A-4617-8FCB-047AFB7114EC}"/>
                </a:ext>
              </a:extLst>
            </p:cNvPr>
            <p:cNvGrpSpPr/>
            <p:nvPr/>
          </p:nvGrpSpPr>
          <p:grpSpPr>
            <a:xfrm>
              <a:off x="3924728" y="2243802"/>
              <a:ext cx="1037691" cy="1316421"/>
              <a:chOff x="3924728" y="2243802"/>
              <a:chExt cx="1037691" cy="1316421"/>
            </a:xfrm>
          </p:grpSpPr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8A859FFA-7A45-43BF-B40F-536AFEE51D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11000"/>
              </a:blip>
              <a:stretch>
                <a:fillRect/>
              </a:stretch>
            </p:blipFill>
            <p:spPr>
              <a:xfrm>
                <a:off x="3924729" y="2243802"/>
                <a:ext cx="1037690" cy="1300344"/>
              </a:xfrm>
              <a:prstGeom prst="rect">
                <a:avLst/>
              </a:prstGeom>
              <a:effectLst>
                <a:outerShdw blurRad="50800" dist="50800" dir="5400000" algn="ctr" rotWithShape="0">
                  <a:srgbClr val="000000"/>
                </a:outerShdw>
              </a:effectLst>
            </p:spPr>
          </p:pic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25169503-2D40-4FB6-AB84-31197E78D5AE}"/>
                  </a:ext>
                </a:extLst>
              </p:cNvPr>
              <p:cNvSpPr/>
              <p:nvPr/>
            </p:nvSpPr>
            <p:spPr>
              <a:xfrm>
                <a:off x="3924728" y="2243802"/>
                <a:ext cx="1037690" cy="1316421"/>
              </a:xfrm>
              <a:prstGeom prst="rect">
                <a:avLst/>
              </a:prstGeom>
              <a:noFill/>
              <a:ln>
                <a:solidFill>
                  <a:schemeClr val="accent1">
                    <a:shade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D98701A-20A7-492D-A8ED-DC45C78EAB9B}"/>
                </a:ext>
              </a:extLst>
            </p:cNvPr>
            <p:cNvSpPr txBox="1"/>
            <p:nvPr/>
          </p:nvSpPr>
          <p:spPr>
            <a:xfrm>
              <a:off x="4062250" y="1874470"/>
              <a:ext cx="756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sword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4992030-BA7A-41F2-AF76-ADA3CE2578BD}"/>
              </a:ext>
            </a:extLst>
          </p:cNvPr>
          <p:cNvGrpSpPr/>
          <p:nvPr/>
        </p:nvGrpSpPr>
        <p:grpSpPr>
          <a:xfrm>
            <a:off x="1535112" y="1469909"/>
            <a:ext cx="811924" cy="1681686"/>
            <a:chOff x="2025869" y="801383"/>
            <a:chExt cx="811924" cy="1681686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3C4B122-5C90-4D5D-AAE1-F4B005C13266}"/>
                </a:ext>
              </a:extLst>
            </p:cNvPr>
            <p:cNvGrpSpPr/>
            <p:nvPr/>
          </p:nvGrpSpPr>
          <p:grpSpPr>
            <a:xfrm>
              <a:off x="2203494" y="1247928"/>
              <a:ext cx="491446" cy="1140548"/>
              <a:chOff x="1706880" y="1279459"/>
              <a:chExt cx="491446" cy="1140548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B0C528A7-BD6C-4E17-A4BB-A3388613CBF8}"/>
                  </a:ext>
                </a:extLst>
              </p:cNvPr>
              <p:cNvSpPr/>
              <p:nvPr/>
            </p:nvSpPr>
            <p:spPr>
              <a:xfrm>
                <a:off x="1706880" y="1279459"/>
                <a:ext cx="477520" cy="47752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E7D9F68D-F65D-49CA-AEBC-CEDA580E0573}"/>
                  </a:ext>
                </a:extLst>
              </p:cNvPr>
              <p:cNvCxnSpPr>
                <a:cxnSpLocks/>
                <a:stCxn id="65" idx="4"/>
              </p:cNvCxnSpPr>
              <p:nvPr/>
            </p:nvCxnSpPr>
            <p:spPr>
              <a:xfrm>
                <a:off x="1945640" y="1756979"/>
                <a:ext cx="0" cy="3897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DCCD619D-5567-42A3-AF30-5B2308E1D0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1522" y="1860330"/>
                <a:ext cx="48680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5C75B4E4-584B-4557-B895-7C5B348DB0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45640" y="2146737"/>
                <a:ext cx="164137" cy="2732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DC6D0735-C2BE-481F-A4F1-8E6BDB04B3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81503" y="2146737"/>
                <a:ext cx="164137" cy="2732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5F4718D-B968-4F72-9066-9EA80036D6C9}"/>
                </a:ext>
              </a:extLst>
            </p:cNvPr>
            <p:cNvSpPr/>
            <p:nvPr/>
          </p:nvSpPr>
          <p:spPr>
            <a:xfrm>
              <a:off x="2025869" y="1166648"/>
              <a:ext cx="811924" cy="1316421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78F46AC-7A81-4C44-BF9B-511DC9D35840}"/>
                </a:ext>
              </a:extLst>
            </p:cNvPr>
            <p:cNvSpPr txBox="1"/>
            <p:nvPr/>
          </p:nvSpPr>
          <p:spPr>
            <a:xfrm>
              <a:off x="2056691" y="801383"/>
              <a:ext cx="762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player</a:t>
              </a: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D8EA0498-99C0-491E-98C4-D04AA98FDB46}"/>
              </a:ext>
            </a:extLst>
          </p:cNvPr>
          <p:cNvSpPr txBox="1"/>
          <p:nvPr/>
        </p:nvSpPr>
        <p:spPr>
          <a:xfrm>
            <a:off x="414987" y="876090"/>
            <a:ext cx="9317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cs-CZ" dirty="0"/>
              <a:t>. </a:t>
            </a:r>
            <a:r>
              <a:rPr lang="en-US" dirty="0"/>
              <a:t>Collision is processed by Pickup system – sword added to inventory and removed from the map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EDD74C6F-676D-40EA-8988-86AE11A6FFE8}"/>
              </a:ext>
            </a:extLst>
          </p:cNvPr>
          <p:cNvCxnSpPr>
            <a:cxnSpLocks/>
          </p:cNvCxnSpPr>
          <p:nvPr/>
        </p:nvCxnSpPr>
        <p:spPr>
          <a:xfrm>
            <a:off x="756324" y="3910373"/>
            <a:ext cx="100033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14256460-766F-4150-AF9C-7E01C0D0CF7E}"/>
              </a:ext>
            </a:extLst>
          </p:cNvPr>
          <p:cNvSpPr txBox="1"/>
          <p:nvPr/>
        </p:nvSpPr>
        <p:spPr>
          <a:xfrm>
            <a:off x="3771943" y="1368466"/>
            <a:ext cx="2217274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Collidable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Moveable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ighlight>
                  <a:srgbClr val="FF00FF"/>
                </a:highlight>
              </a:rPr>
              <a:t>Inventory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HasWeapon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FlagHasMoved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FlagHasCollided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sword</a:t>
            </a:r>
            <a:r>
              <a:rPr lang="en-US" sz="1400" b="1" dirty="0"/>
              <a:t>, -10</a:t>
            </a:r>
            <a:r>
              <a:rPr lang="en-US" sz="1400" dirty="0"/>
              <a:t>,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00FF00"/>
                </a:highlight>
              </a:rPr>
              <a:t>FlagIsAboutToPickEntity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00FF00"/>
                </a:highlight>
              </a:rPr>
              <a:t>sword</a:t>
            </a:r>
          </a:p>
          <a:p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EC58F03-54DF-42F1-97EE-657F7B7E155E}"/>
              </a:ext>
            </a:extLst>
          </p:cNvPr>
          <p:cNvSpPr txBox="1"/>
          <p:nvPr/>
        </p:nvSpPr>
        <p:spPr>
          <a:xfrm>
            <a:off x="6132409" y="1337931"/>
            <a:ext cx="190456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strike="sngStrike" dirty="0">
                <a:highlight>
                  <a:srgbClr val="FF0000"/>
                </a:highlight>
              </a:rPr>
              <a:t>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Collidable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Weapon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AmmoPack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Pickable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FlagHasCollided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player, </a:t>
            </a:r>
            <a:r>
              <a:rPr lang="en-US" sz="1400" b="1" dirty="0"/>
              <a:t>+10</a:t>
            </a:r>
            <a:r>
              <a:rPr lang="en-US" sz="1400" dirty="0"/>
              <a:t>,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00FF00"/>
                </a:highlight>
              </a:rPr>
              <a:t>FlagPickedBy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00FF00"/>
                </a:highlight>
              </a:rPr>
              <a:t>player</a:t>
            </a:r>
          </a:p>
          <a:p>
            <a:endParaRPr lang="en-US" dirty="0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A07C2FC-9732-4F24-9B36-9362D4B405F4}"/>
              </a:ext>
            </a:extLst>
          </p:cNvPr>
          <p:cNvCxnSpPr>
            <a:cxnSpLocks/>
          </p:cNvCxnSpPr>
          <p:nvPr/>
        </p:nvCxnSpPr>
        <p:spPr>
          <a:xfrm flipH="1">
            <a:off x="2190257" y="2915894"/>
            <a:ext cx="15134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1427B8E-0234-44F3-B773-BB4D64842B67}"/>
              </a:ext>
            </a:extLst>
          </p:cNvPr>
          <p:cNvCxnSpPr>
            <a:cxnSpLocks/>
          </p:cNvCxnSpPr>
          <p:nvPr/>
        </p:nvCxnSpPr>
        <p:spPr>
          <a:xfrm>
            <a:off x="2204076" y="2631328"/>
            <a:ext cx="155737" cy="1173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428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80FE16EA-ED49-43A9-86F4-64023BB167B8}"/>
              </a:ext>
            </a:extLst>
          </p:cNvPr>
          <p:cNvSpPr txBox="1"/>
          <p:nvPr/>
        </p:nvSpPr>
        <p:spPr>
          <a:xfrm>
            <a:off x="88983" y="59206"/>
            <a:ext cx="2538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 CASE – Pickup sword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75C1E9B-3F7F-4D56-BE08-C3D22DA55F73}"/>
              </a:ext>
            </a:extLst>
          </p:cNvPr>
          <p:cNvCxnSpPr>
            <a:cxnSpLocks/>
          </p:cNvCxnSpPr>
          <p:nvPr/>
        </p:nvCxnSpPr>
        <p:spPr>
          <a:xfrm>
            <a:off x="756324" y="757629"/>
            <a:ext cx="100033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4992030-BA7A-41F2-AF76-ADA3CE2578BD}"/>
              </a:ext>
            </a:extLst>
          </p:cNvPr>
          <p:cNvGrpSpPr/>
          <p:nvPr/>
        </p:nvGrpSpPr>
        <p:grpSpPr>
          <a:xfrm>
            <a:off x="477588" y="1493158"/>
            <a:ext cx="811924" cy="1681686"/>
            <a:chOff x="2025869" y="801383"/>
            <a:chExt cx="811924" cy="1681686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3C4B122-5C90-4D5D-AAE1-F4B005C13266}"/>
                </a:ext>
              </a:extLst>
            </p:cNvPr>
            <p:cNvGrpSpPr/>
            <p:nvPr/>
          </p:nvGrpSpPr>
          <p:grpSpPr>
            <a:xfrm>
              <a:off x="2203494" y="1247928"/>
              <a:ext cx="491446" cy="1140548"/>
              <a:chOff x="1706880" y="1279459"/>
              <a:chExt cx="491446" cy="1140548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B0C528A7-BD6C-4E17-A4BB-A3388613CBF8}"/>
                  </a:ext>
                </a:extLst>
              </p:cNvPr>
              <p:cNvSpPr/>
              <p:nvPr/>
            </p:nvSpPr>
            <p:spPr>
              <a:xfrm>
                <a:off x="1706880" y="1279459"/>
                <a:ext cx="477520" cy="47752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E7D9F68D-F65D-49CA-AEBC-CEDA580E0573}"/>
                  </a:ext>
                </a:extLst>
              </p:cNvPr>
              <p:cNvCxnSpPr>
                <a:cxnSpLocks/>
                <a:stCxn id="65" idx="4"/>
              </p:cNvCxnSpPr>
              <p:nvPr/>
            </p:nvCxnSpPr>
            <p:spPr>
              <a:xfrm>
                <a:off x="1945640" y="1756979"/>
                <a:ext cx="0" cy="3897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DCCD619D-5567-42A3-AF30-5B2308E1D0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1522" y="1860330"/>
                <a:ext cx="48680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5C75B4E4-584B-4557-B895-7C5B348DB0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45640" y="2146737"/>
                <a:ext cx="164137" cy="2732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DC6D0735-C2BE-481F-A4F1-8E6BDB04B3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81503" y="2146737"/>
                <a:ext cx="164137" cy="2732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5F4718D-B968-4F72-9066-9EA80036D6C9}"/>
                </a:ext>
              </a:extLst>
            </p:cNvPr>
            <p:cNvSpPr/>
            <p:nvPr/>
          </p:nvSpPr>
          <p:spPr>
            <a:xfrm>
              <a:off x="2025869" y="1166648"/>
              <a:ext cx="811924" cy="1316421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78F46AC-7A81-4C44-BF9B-511DC9D35840}"/>
                </a:ext>
              </a:extLst>
            </p:cNvPr>
            <p:cNvSpPr txBox="1"/>
            <p:nvPr/>
          </p:nvSpPr>
          <p:spPr>
            <a:xfrm>
              <a:off x="2056691" y="801383"/>
              <a:ext cx="762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player</a:t>
              </a: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D8EA0498-99C0-491E-98C4-D04AA98FDB46}"/>
              </a:ext>
            </a:extLst>
          </p:cNvPr>
          <p:cNvSpPr txBox="1"/>
          <p:nvPr/>
        </p:nvSpPr>
        <p:spPr>
          <a:xfrm>
            <a:off x="414987" y="876090"/>
            <a:ext cx="6058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r>
              <a:rPr lang="cs-CZ" dirty="0"/>
              <a:t>. </a:t>
            </a:r>
            <a:r>
              <a:rPr lang="en-US" dirty="0" err="1"/>
              <a:t>PickUped</a:t>
            </a:r>
            <a:r>
              <a:rPr lang="en-US" dirty="0"/>
              <a:t> sword processed by Arm weapon system – 1</a:t>
            </a:r>
            <a:r>
              <a:rPr lang="en-US" baseline="30000" dirty="0"/>
              <a:t>st</a:t>
            </a:r>
            <a:r>
              <a:rPr lang="en-US" dirty="0"/>
              <a:t> step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EDD74C6F-676D-40EA-8988-86AE11A6FFE8}"/>
              </a:ext>
            </a:extLst>
          </p:cNvPr>
          <p:cNvCxnSpPr>
            <a:cxnSpLocks/>
          </p:cNvCxnSpPr>
          <p:nvPr/>
        </p:nvCxnSpPr>
        <p:spPr>
          <a:xfrm>
            <a:off x="756324" y="5285947"/>
            <a:ext cx="100033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14256460-766F-4150-AF9C-7E01C0D0CF7E}"/>
              </a:ext>
            </a:extLst>
          </p:cNvPr>
          <p:cNvSpPr txBox="1"/>
          <p:nvPr/>
        </p:nvSpPr>
        <p:spPr>
          <a:xfrm>
            <a:off x="3771943" y="1368466"/>
            <a:ext cx="2420919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Collidable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Moveable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Inventory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HasWeapon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FlagHasMoved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FlagHasCollided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/>
              <a:t>sword</a:t>
            </a:r>
            <a:r>
              <a:rPr lang="en-US" sz="1400" b="1" i="1" dirty="0"/>
              <a:t>, -10</a:t>
            </a:r>
            <a:r>
              <a:rPr lang="en-US" sz="1400" i="1" dirty="0"/>
              <a:t>,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FlagIsAboutToPickEntity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/>
              <a:t>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00FF00"/>
                </a:highlight>
              </a:rPr>
              <a:t>FlagIsAboutToArmWeapon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00FF00"/>
                </a:highlight>
              </a:rPr>
              <a:t>sword</a:t>
            </a:r>
          </a:p>
          <a:p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EC58F03-54DF-42F1-97EE-657F7B7E155E}"/>
              </a:ext>
            </a:extLst>
          </p:cNvPr>
          <p:cNvSpPr txBox="1"/>
          <p:nvPr/>
        </p:nvSpPr>
        <p:spPr>
          <a:xfrm>
            <a:off x="6999101" y="1337931"/>
            <a:ext cx="190456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Collidable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ighlight>
                  <a:srgbClr val="FFFF00"/>
                </a:highlight>
              </a:rPr>
              <a:t>Weapon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AmmoPack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Pickable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FlagHasCollided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/>
              <a:t>player, </a:t>
            </a:r>
            <a:r>
              <a:rPr lang="en-US" sz="1400" b="1" i="1" dirty="0"/>
              <a:t>+10</a:t>
            </a:r>
            <a:r>
              <a:rPr lang="en-US" sz="1400" i="1" dirty="0"/>
              <a:t>,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FFFF00"/>
                </a:highlight>
              </a:rPr>
              <a:t>FlagPickedBy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FFFF00"/>
                </a:highlight>
              </a:rPr>
              <a:t>player</a:t>
            </a:r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4BDF7F-8856-4A5B-8F07-13E31D12FD20}"/>
              </a:ext>
            </a:extLst>
          </p:cNvPr>
          <p:cNvSpPr/>
          <p:nvPr/>
        </p:nvSpPr>
        <p:spPr>
          <a:xfrm>
            <a:off x="1687380" y="1630168"/>
            <a:ext cx="1722335" cy="787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Inventory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09B89C-F257-4311-BCFA-B9613A70898A}"/>
              </a:ext>
            </a:extLst>
          </p:cNvPr>
          <p:cNvSpPr/>
          <p:nvPr/>
        </p:nvSpPr>
        <p:spPr>
          <a:xfrm>
            <a:off x="1758563" y="1685923"/>
            <a:ext cx="531412" cy="6851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F71D56-21CA-41C6-A554-67FE6AAC0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654" y="1692974"/>
            <a:ext cx="509229" cy="678144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6E5E164-A306-4B3F-95FC-732AC273AE0C}"/>
              </a:ext>
            </a:extLst>
          </p:cNvPr>
          <p:cNvSpPr/>
          <p:nvPr/>
        </p:nvSpPr>
        <p:spPr>
          <a:xfrm>
            <a:off x="1687380" y="2543015"/>
            <a:ext cx="1853161" cy="23152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HasWeapon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EDF529-98F0-44B3-9683-8E5E73FB52C6}"/>
              </a:ext>
            </a:extLst>
          </p:cNvPr>
          <p:cNvSpPr/>
          <p:nvPr/>
        </p:nvSpPr>
        <p:spPr>
          <a:xfrm>
            <a:off x="1758563" y="2608115"/>
            <a:ext cx="520320" cy="40538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90A68FB-852F-4B44-AF3B-A7652CBF3089}"/>
              </a:ext>
            </a:extLst>
          </p:cNvPr>
          <p:cNvSpPr/>
          <p:nvPr/>
        </p:nvSpPr>
        <p:spPr>
          <a:xfrm>
            <a:off x="2278078" y="2608115"/>
            <a:ext cx="520320" cy="405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541607D-E5FB-40C4-A6E9-1B075320E914}"/>
              </a:ext>
            </a:extLst>
          </p:cNvPr>
          <p:cNvSpPr/>
          <p:nvPr/>
        </p:nvSpPr>
        <p:spPr>
          <a:xfrm>
            <a:off x="1758563" y="3053367"/>
            <a:ext cx="520320" cy="4010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B257B9A-5967-4EB8-AFDA-362AC1E5E41F}"/>
              </a:ext>
            </a:extLst>
          </p:cNvPr>
          <p:cNvSpPr/>
          <p:nvPr/>
        </p:nvSpPr>
        <p:spPr>
          <a:xfrm>
            <a:off x="2278078" y="3051836"/>
            <a:ext cx="520320" cy="4010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1893E7F-F8C4-4E3C-A326-8C4D37C7456F}"/>
              </a:ext>
            </a:extLst>
          </p:cNvPr>
          <p:cNvSpPr/>
          <p:nvPr/>
        </p:nvSpPr>
        <p:spPr>
          <a:xfrm>
            <a:off x="1758563" y="3491189"/>
            <a:ext cx="520320" cy="40538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39B34F3-7A17-48E1-9FFB-288F3CCB77C5}"/>
              </a:ext>
            </a:extLst>
          </p:cNvPr>
          <p:cNvSpPr/>
          <p:nvPr/>
        </p:nvSpPr>
        <p:spPr>
          <a:xfrm>
            <a:off x="2278078" y="3491186"/>
            <a:ext cx="520320" cy="405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FBAE41A-3FD2-4474-B4D6-C5AB6E02437B}"/>
              </a:ext>
            </a:extLst>
          </p:cNvPr>
          <p:cNvSpPr/>
          <p:nvPr/>
        </p:nvSpPr>
        <p:spPr>
          <a:xfrm>
            <a:off x="1758563" y="3936439"/>
            <a:ext cx="520320" cy="4010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73C8E29-1873-4669-8CE5-86389B2A3EB4}"/>
              </a:ext>
            </a:extLst>
          </p:cNvPr>
          <p:cNvSpPr/>
          <p:nvPr/>
        </p:nvSpPr>
        <p:spPr>
          <a:xfrm>
            <a:off x="2278078" y="3933333"/>
            <a:ext cx="520320" cy="4105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2356BE-B3AD-43E0-890F-80DD674D2868}"/>
              </a:ext>
            </a:extLst>
          </p:cNvPr>
          <p:cNvSpPr txBox="1"/>
          <p:nvPr/>
        </p:nvSpPr>
        <p:spPr>
          <a:xfrm>
            <a:off x="2895195" y="2656920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slash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FD5B09-244D-4E76-BC7D-BA2E125D4241}"/>
              </a:ext>
            </a:extLst>
          </p:cNvPr>
          <p:cNvSpPr txBox="1"/>
          <p:nvPr/>
        </p:nvSpPr>
        <p:spPr>
          <a:xfrm>
            <a:off x="2895195" y="3096138"/>
            <a:ext cx="6267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thrust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972D3B-AB39-42BD-BB1F-AB4D2BB76509}"/>
              </a:ext>
            </a:extLst>
          </p:cNvPr>
          <p:cNvSpPr txBox="1"/>
          <p:nvPr/>
        </p:nvSpPr>
        <p:spPr>
          <a:xfrm>
            <a:off x="2869581" y="3534479"/>
            <a:ext cx="5013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bow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771644-68A6-4364-8894-E8CFA1F79C73}"/>
              </a:ext>
            </a:extLst>
          </p:cNvPr>
          <p:cNvSpPr txBox="1"/>
          <p:nvPr/>
        </p:nvSpPr>
        <p:spPr>
          <a:xfrm>
            <a:off x="2869581" y="3988754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spell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1B5671F-0D1B-4ED2-B12F-D46D5AA17733}"/>
              </a:ext>
            </a:extLst>
          </p:cNvPr>
          <p:cNvSpPr txBox="1"/>
          <p:nvPr/>
        </p:nvSpPr>
        <p:spPr>
          <a:xfrm>
            <a:off x="1725906" y="4350120"/>
            <a:ext cx="603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weapon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09FB1B-FD8F-4D63-BF88-2F7BF6215E48}"/>
              </a:ext>
            </a:extLst>
          </p:cNvPr>
          <p:cNvSpPr txBox="1"/>
          <p:nvPr/>
        </p:nvSpPr>
        <p:spPr>
          <a:xfrm>
            <a:off x="2278078" y="4353403"/>
            <a:ext cx="5180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ammo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D26B08D-216B-4B63-9014-29B074149F5A}"/>
              </a:ext>
            </a:extLst>
          </p:cNvPr>
          <p:cNvCxnSpPr>
            <a:cxnSpLocks/>
          </p:cNvCxnSpPr>
          <p:nvPr/>
        </p:nvCxnSpPr>
        <p:spPr>
          <a:xfrm flipH="1">
            <a:off x="6839305" y="3260035"/>
            <a:ext cx="27711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47090E0-0CD6-4837-910D-38A12D225262}"/>
              </a:ext>
            </a:extLst>
          </p:cNvPr>
          <p:cNvSpPr txBox="1"/>
          <p:nvPr/>
        </p:nvSpPr>
        <p:spPr>
          <a:xfrm rot="5400000">
            <a:off x="5077476" y="2835954"/>
            <a:ext cx="3154325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GenerateArmWeaponProcessor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B9B2815-B490-4163-ABA2-296D277770F2}"/>
              </a:ext>
            </a:extLst>
          </p:cNvPr>
          <p:cNvCxnSpPr>
            <a:cxnSpLocks/>
          </p:cNvCxnSpPr>
          <p:nvPr/>
        </p:nvCxnSpPr>
        <p:spPr>
          <a:xfrm flipH="1">
            <a:off x="6837246" y="2179788"/>
            <a:ext cx="27711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87AA5AB-3C14-428F-B20C-1EAB25AA9343}"/>
              </a:ext>
            </a:extLst>
          </p:cNvPr>
          <p:cNvCxnSpPr>
            <a:cxnSpLocks/>
          </p:cNvCxnSpPr>
          <p:nvPr/>
        </p:nvCxnSpPr>
        <p:spPr>
          <a:xfrm flipH="1">
            <a:off x="6107906" y="3923254"/>
            <a:ext cx="27711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215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80FE16EA-ED49-43A9-86F4-64023BB167B8}"/>
              </a:ext>
            </a:extLst>
          </p:cNvPr>
          <p:cNvSpPr txBox="1"/>
          <p:nvPr/>
        </p:nvSpPr>
        <p:spPr>
          <a:xfrm>
            <a:off x="88983" y="59206"/>
            <a:ext cx="2538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 CASE – Pickup sword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75C1E9B-3F7F-4D56-BE08-C3D22DA55F73}"/>
              </a:ext>
            </a:extLst>
          </p:cNvPr>
          <p:cNvCxnSpPr>
            <a:cxnSpLocks/>
          </p:cNvCxnSpPr>
          <p:nvPr/>
        </p:nvCxnSpPr>
        <p:spPr>
          <a:xfrm>
            <a:off x="756324" y="757629"/>
            <a:ext cx="100033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4992030-BA7A-41F2-AF76-ADA3CE2578BD}"/>
              </a:ext>
            </a:extLst>
          </p:cNvPr>
          <p:cNvGrpSpPr/>
          <p:nvPr/>
        </p:nvGrpSpPr>
        <p:grpSpPr>
          <a:xfrm>
            <a:off x="477588" y="1493158"/>
            <a:ext cx="811924" cy="1681686"/>
            <a:chOff x="2025869" y="801383"/>
            <a:chExt cx="811924" cy="1681686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3C4B122-5C90-4D5D-AAE1-F4B005C13266}"/>
                </a:ext>
              </a:extLst>
            </p:cNvPr>
            <p:cNvGrpSpPr/>
            <p:nvPr/>
          </p:nvGrpSpPr>
          <p:grpSpPr>
            <a:xfrm>
              <a:off x="2203494" y="1247928"/>
              <a:ext cx="491446" cy="1140548"/>
              <a:chOff x="1706880" y="1279459"/>
              <a:chExt cx="491446" cy="1140548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B0C528A7-BD6C-4E17-A4BB-A3388613CBF8}"/>
                  </a:ext>
                </a:extLst>
              </p:cNvPr>
              <p:cNvSpPr/>
              <p:nvPr/>
            </p:nvSpPr>
            <p:spPr>
              <a:xfrm>
                <a:off x="1706880" y="1279459"/>
                <a:ext cx="477520" cy="47752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E7D9F68D-F65D-49CA-AEBC-CEDA580E0573}"/>
                  </a:ext>
                </a:extLst>
              </p:cNvPr>
              <p:cNvCxnSpPr>
                <a:cxnSpLocks/>
                <a:stCxn id="65" idx="4"/>
              </p:cNvCxnSpPr>
              <p:nvPr/>
            </p:nvCxnSpPr>
            <p:spPr>
              <a:xfrm>
                <a:off x="1945640" y="1756979"/>
                <a:ext cx="0" cy="3897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DCCD619D-5567-42A3-AF30-5B2308E1D0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1522" y="1860330"/>
                <a:ext cx="48680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5C75B4E4-584B-4557-B895-7C5B348DB0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45640" y="2146737"/>
                <a:ext cx="164137" cy="2732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DC6D0735-C2BE-481F-A4F1-8E6BDB04B3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81503" y="2146737"/>
                <a:ext cx="164137" cy="2732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5F4718D-B968-4F72-9066-9EA80036D6C9}"/>
                </a:ext>
              </a:extLst>
            </p:cNvPr>
            <p:cNvSpPr/>
            <p:nvPr/>
          </p:nvSpPr>
          <p:spPr>
            <a:xfrm>
              <a:off x="2025869" y="1166648"/>
              <a:ext cx="811924" cy="1316421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78F46AC-7A81-4C44-BF9B-511DC9D35840}"/>
                </a:ext>
              </a:extLst>
            </p:cNvPr>
            <p:cNvSpPr txBox="1"/>
            <p:nvPr/>
          </p:nvSpPr>
          <p:spPr>
            <a:xfrm>
              <a:off x="2056691" y="801383"/>
              <a:ext cx="762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player</a:t>
              </a: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D8EA0498-99C0-491E-98C4-D04AA98FDB46}"/>
              </a:ext>
            </a:extLst>
          </p:cNvPr>
          <p:cNvSpPr txBox="1"/>
          <p:nvPr/>
        </p:nvSpPr>
        <p:spPr>
          <a:xfrm>
            <a:off x="414987" y="876090"/>
            <a:ext cx="5927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r>
              <a:rPr lang="cs-CZ" dirty="0"/>
              <a:t>. </a:t>
            </a:r>
            <a:r>
              <a:rPr lang="en-US" dirty="0" err="1"/>
              <a:t>PickUped</a:t>
            </a:r>
            <a:r>
              <a:rPr lang="en-US" dirty="0"/>
              <a:t> sword processed by Arm Ammo system – 1</a:t>
            </a:r>
            <a:r>
              <a:rPr lang="en-US" baseline="30000" dirty="0"/>
              <a:t>st</a:t>
            </a:r>
            <a:r>
              <a:rPr lang="en-US" dirty="0"/>
              <a:t> step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EDD74C6F-676D-40EA-8988-86AE11A6FFE8}"/>
              </a:ext>
            </a:extLst>
          </p:cNvPr>
          <p:cNvCxnSpPr>
            <a:cxnSpLocks/>
          </p:cNvCxnSpPr>
          <p:nvPr/>
        </p:nvCxnSpPr>
        <p:spPr>
          <a:xfrm>
            <a:off x="756324" y="5285947"/>
            <a:ext cx="100033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14256460-766F-4150-AF9C-7E01C0D0CF7E}"/>
              </a:ext>
            </a:extLst>
          </p:cNvPr>
          <p:cNvSpPr txBox="1"/>
          <p:nvPr/>
        </p:nvSpPr>
        <p:spPr>
          <a:xfrm>
            <a:off x="3771943" y="1368466"/>
            <a:ext cx="2420919" cy="3662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Collidable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Moveable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Inventory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HasWeapon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FlagHasMoved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FlagHasCollided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/>
              <a:t>sword</a:t>
            </a:r>
            <a:r>
              <a:rPr lang="en-US" sz="1400" b="1" i="1" dirty="0"/>
              <a:t>, -10</a:t>
            </a:r>
            <a:r>
              <a:rPr lang="en-US" sz="1400" i="1" dirty="0"/>
              <a:t>,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FlagIsAboutToPickEntity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/>
              <a:t>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FlagIsAboutToArmWeapon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/>
              <a:t>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00FF00"/>
                </a:highlight>
              </a:rPr>
              <a:t>FlagIsAboutToArmAmmo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00FF00"/>
                </a:highlight>
              </a:rPr>
              <a:t>slash</a:t>
            </a:r>
          </a:p>
          <a:p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EC58F03-54DF-42F1-97EE-657F7B7E155E}"/>
              </a:ext>
            </a:extLst>
          </p:cNvPr>
          <p:cNvSpPr txBox="1"/>
          <p:nvPr/>
        </p:nvSpPr>
        <p:spPr>
          <a:xfrm>
            <a:off x="6999101" y="1337931"/>
            <a:ext cx="190456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Collidable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Weapon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ighlight>
                  <a:srgbClr val="FFFF00"/>
                </a:highlight>
              </a:rPr>
              <a:t>AmmoPack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Pickable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FlagHasCollided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/>
              <a:t>player, </a:t>
            </a:r>
            <a:r>
              <a:rPr lang="en-US" sz="1400" b="1" i="1" dirty="0"/>
              <a:t>+10</a:t>
            </a:r>
            <a:r>
              <a:rPr lang="en-US" sz="1400" i="1" dirty="0"/>
              <a:t>,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FFFF00"/>
                </a:highlight>
              </a:rPr>
              <a:t>FlagPickedBy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FFFF00"/>
                </a:highlight>
              </a:rPr>
              <a:t>player</a:t>
            </a:r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4BDF7F-8856-4A5B-8F07-13E31D12FD20}"/>
              </a:ext>
            </a:extLst>
          </p:cNvPr>
          <p:cNvSpPr/>
          <p:nvPr/>
        </p:nvSpPr>
        <p:spPr>
          <a:xfrm>
            <a:off x="1687380" y="1630168"/>
            <a:ext cx="1722335" cy="787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Inventory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09B89C-F257-4311-BCFA-B9613A70898A}"/>
              </a:ext>
            </a:extLst>
          </p:cNvPr>
          <p:cNvSpPr/>
          <p:nvPr/>
        </p:nvSpPr>
        <p:spPr>
          <a:xfrm>
            <a:off x="1758563" y="1685923"/>
            <a:ext cx="531412" cy="6851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F71D56-21CA-41C6-A554-67FE6AAC0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654" y="1692974"/>
            <a:ext cx="509229" cy="678144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6E5E164-A306-4B3F-95FC-732AC273AE0C}"/>
              </a:ext>
            </a:extLst>
          </p:cNvPr>
          <p:cNvSpPr/>
          <p:nvPr/>
        </p:nvSpPr>
        <p:spPr>
          <a:xfrm>
            <a:off x="1687380" y="2543015"/>
            <a:ext cx="1853161" cy="23152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HasWeapon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EDF529-98F0-44B3-9683-8E5E73FB52C6}"/>
              </a:ext>
            </a:extLst>
          </p:cNvPr>
          <p:cNvSpPr/>
          <p:nvPr/>
        </p:nvSpPr>
        <p:spPr>
          <a:xfrm>
            <a:off x="1758563" y="2608115"/>
            <a:ext cx="520320" cy="40538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90A68FB-852F-4B44-AF3B-A7652CBF3089}"/>
              </a:ext>
            </a:extLst>
          </p:cNvPr>
          <p:cNvSpPr/>
          <p:nvPr/>
        </p:nvSpPr>
        <p:spPr>
          <a:xfrm>
            <a:off x="2278078" y="2608115"/>
            <a:ext cx="520320" cy="405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541607D-E5FB-40C4-A6E9-1B075320E914}"/>
              </a:ext>
            </a:extLst>
          </p:cNvPr>
          <p:cNvSpPr/>
          <p:nvPr/>
        </p:nvSpPr>
        <p:spPr>
          <a:xfrm>
            <a:off x="1758563" y="3053367"/>
            <a:ext cx="520320" cy="4010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B257B9A-5967-4EB8-AFDA-362AC1E5E41F}"/>
              </a:ext>
            </a:extLst>
          </p:cNvPr>
          <p:cNvSpPr/>
          <p:nvPr/>
        </p:nvSpPr>
        <p:spPr>
          <a:xfrm>
            <a:off x="2278078" y="3051836"/>
            <a:ext cx="520320" cy="4010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1893E7F-F8C4-4E3C-A326-8C4D37C7456F}"/>
              </a:ext>
            </a:extLst>
          </p:cNvPr>
          <p:cNvSpPr/>
          <p:nvPr/>
        </p:nvSpPr>
        <p:spPr>
          <a:xfrm>
            <a:off x="1758563" y="3491189"/>
            <a:ext cx="520320" cy="40538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39B34F3-7A17-48E1-9FFB-288F3CCB77C5}"/>
              </a:ext>
            </a:extLst>
          </p:cNvPr>
          <p:cNvSpPr/>
          <p:nvPr/>
        </p:nvSpPr>
        <p:spPr>
          <a:xfrm>
            <a:off x="2278078" y="3491186"/>
            <a:ext cx="520320" cy="405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FBAE41A-3FD2-4474-B4D6-C5AB6E02437B}"/>
              </a:ext>
            </a:extLst>
          </p:cNvPr>
          <p:cNvSpPr/>
          <p:nvPr/>
        </p:nvSpPr>
        <p:spPr>
          <a:xfrm>
            <a:off x="1758563" y="3936439"/>
            <a:ext cx="520320" cy="4010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73C8E29-1873-4669-8CE5-86389B2A3EB4}"/>
              </a:ext>
            </a:extLst>
          </p:cNvPr>
          <p:cNvSpPr/>
          <p:nvPr/>
        </p:nvSpPr>
        <p:spPr>
          <a:xfrm>
            <a:off x="2278078" y="3933333"/>
            <a:ext cx="520320" cy="4105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2356BE-B3AD-43E0-890F-80DD674D2868}"/>
              </a:ext>
            </a:extLst>
          </p:cNvPr>
          <p:cNvSpPr txBox="1"/>
          <p:nvPr/>
        </p:nvSpPr>
        <p:spPr>
          <a:xfrm>
            <a:off x="2895195" y="2656920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slash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FD5B09-244D-4E76-BC7D-BA2E125D4241}"/>
              </a:ext>
            </a:extLst>
          </p:cNvPr>
          <p:cNvSpPr txBox="1"/>
          <p:nvPr/>
        </p:nvSpPr>
        <p:spPr>
          <a:xfrm>
            <a:off x="2895195" y="3096138"/>
            <a:ext cx="6267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thrust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972D3B-AB39-42BD-BB1F-AB4D2BB76509}"/>
              </a:ext>
            </a:extLst>
          </p:cNvPr>
          <p:cNvSpPr txBox="1"/>
          <p:nvPr/>
        </p:nvSpPr>
        <p:spPr>
          <a:xfrm>
            <a:off x="2869581" y="3534479"/>
            <a:ext cx="5013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bow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771644-68A6-4364-8894-E8CFA1F79C73}"/>
              </a:ext>
            </a:extLst>
          </p:cNvPr>
          <p:cNvSpPr txBox="1"/>
          <p:nvPr/>
        </p:nvSpPr>
        <p:spPr>
          <a:xfrm>
            <a:off x="2869581" y="3988754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spell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1B5671F-0D1B-4ED2-B12F-D46D5AA17733}"/>
              </a:ext>
            </a:extLst>
          </p:cNvPr>
          <p:cNvSpPr txBox="1"/>
          <p:nvPr/>
        </p:nvSpPr>
        <p:spPr>
          <a:xfrm>
            <a:off x="1725906" y="4350120"/>
            <a:ext cx="603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weapon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09FB1B-FD8F-4D63-BF88-2F7BF6215E48}"/>
              </a:ext>
            </a:extLst>
          </p:cNvPr>
          <p:cNvSpPr txBox="1"/>
          <p:nvPr/>
        </p:nvSpPr>
        <p:spPr>
          <a:xfrm>
            <a:off x="2278078" y="4353403"/>
            <a:ext cx="5180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ammo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D26B08D-216B-4B63-9014-29B074149F5A}"/>
              </a:ext>
            </a:extLst>
          </p:cNvPr>
          <p:cNvCxnSpPr>
            <a:cxnSpLocks/>
          </p:cNvCxnSpPr>
          <p:nvPr/>
        </p:nvCxnSpPr>
        <p:spPr>
          <a:xfrm flipH="1">
            <a:off x="6839305" y="3260035"/>
            <a:ext cx="27711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47090E0-0CD6-4837-910D-38A12D225262}"/>
              </a:ext>
            </a:extLst>
          </p:cNvPr>
          <p:cNvSpPr txBox="1"/>
          <p:nvPr/>
        </p:nvSpPr>
        <p:spPr>
          <a:xfrm rot="5400000">
            <a:off x="5159806" y="2835954"/>
            <a:ext cx="2989665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GenerateArmAmmoProcessor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B9B2815-B490-4163-ABA2-296D277770F2}"/>
              </a:ext>
            </a:extLst>
          </p:cNvPr>
          <p:cNvCxnSpPr>
            <a:cxnSpLocks/>
          </p:cNvCxnSpPr>
          <p:nvPr/>
        </p:nvCxnSpPr>
        <p:spPr>
          <a:xfrm flipH="1">
            <a:off x="6837246" y="2415462"/>
            <a:ext cx="27711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87AA5AB-3C14-428F-B20C-1EAB25AA9343}"/>
              </a:ext>
            </a:extLst>
          </p:cNvPr>
          <p:cNvCxnSpPr>
            <a:cxnSpLocks/>
          </p:cNvCxnSpPr>
          <p:nvPr/>
        </p:nvCxnSpPr>
        <p:spPr>
          <a:xfrm flipH="1">
            <a:off x="6107906" y="4422877"/>
            <a:ext cx="27711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554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80FE16EA-ED49-43A9-86F4-64023BB167B8}"/>
              </a:ext>
            </a:extLst>
          </p:cNvPr>
          <p:cNvSpPr txBox="1"/>
          <p:nvPr/>
        </p:nvSpPr>
        <p:spPr>
          <a:xfrm>
            <a:off x="88983" y="59206"/>
            <a:ext cx="2538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 CASE – Pickup sword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75C1E9B-3F7F-4D56-BE08-C3D22DA55F73}"/>
              </a:ext>
            </a:extLst>
          </p:cNvPr>
          <p:cNvCxnSpPr>
            <a:cxnSpLocks/>
          </p:cNvCxnSpPr>
          <p:nvPr/>
        </p:nvCxnSpPr>
        <p:spPr>
          <a:xfrm>
            <a:off x="756324" y="757629"/>
            <a:ext cx="100033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4992030-BA7A-41F2-AF76-ADA3CE2578BD}"/>
              </a:ext>
            </a:extLst>
          </p:cNvPr>
          <p:cNvGrpSpPr/>
          <p:nvPr/>
        </p:nvGrpSpPr>
        <p:grpSpPr>
          <a:xfrm>
            <a:off x="477588" y="1493158"/>
            <a:ext cx="811924" cy="1681686"/>
            <a:chOff x="2025869" y="801383"/>
            <a:chExt cx="811924" cy="1681686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3C4B122-5C90-4D5D-AAE1-F4B005C13266}"/>
                </a:ext>
              </a:extLst>
            </p:cNvPr>
            <p:cNvGrpSpPr/>
            <p:nvPr/>
          </p:nvGrpSpPr>
          <p:grpSpPr>
            <a:xfrm>
              <a:off x="2203494" y="1247928"/>
              <a:ext cx="491446" cy="1140548"/>
              <a:chOff x="1706880" y="1279459"/>
              <a:chExt cx="491446" cy="1140548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B0C528A7-BD6C-4E17-A4BB-A3388613CBF8}"/>
                  </a:ext>
                </a:extLst>
              </p:cNvPr>
              <p:cNvSpPr/>
              <p:nvPr/>
            </p:nvSpPr>
            <p:spPr>
              <a:xfrm>
                <a:off x="1706880" y="1279459"/>
                <a:ext cx="477520" cy="47752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E7D9F68D-F65D-49CA-AEBC-CEDA580E0573}"/>
                  </a:ext>
                </a:extLst>
              </p:cNvPr>
              <p:cNvCxnSpPr>
                <a:cxnSpLocks/>
                <a:stCxn id="65" idx="4"/>
              </p:cNvCxnSpPr>
              <p:nvPr/>
            </p:nvCxnSpPr>
            <p:spPr>
              <a:xfrm>
                <a:off x="1945640" y="1756979"/>
                <a:ext cx="0" cy="3897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DCCD619D-5567-42A3-AF30-5B2308E1D0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1522" y="1860330"/>
                <a:ext cx="48680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5C75B4E4-584B-4557-B895-7C5B348DB0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45640" y="2146737"/>
                <a:ext cx="164137" cy="2732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DC6D0735-C2BE-481F-A4F1-8E6BDB04B3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81503" y="2146737"/>
                <a:ext cx="164137" cy="2732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5F4718D-B968-4F72-9066-9EA80036D6C9}"/>
                </a:ext>
              </a:extLst>
            </p:cNvPr>
            <p:cNvSpPr/>
            <p:nvPr/>
          </p:nvSpPr>
          <p:spPr>
            <a:xfrm>
              <a:off x="2025869" y="1166648"/>
              <a:ext cx="811924" cy="1316421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78F46AC-7A81-4C44-BF9B-511DC9D35840}"/>
                </a:ext>
              </a:extLst>
            </p:cNvPr>
            <p:cNvSpPr txBox="1"/>
            <p:nvPr/>
          </p:nvSpPr>
          <p:spPr>
            <a:xfrm>
              <a:off x="2056691" y="801383"/>
              <a:ext cx="762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player</a:t>
              </a: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D8EA0498-99C0-491E-98C4-D04AA98FDB46}"/>
              </a:ext>
            </a:extLst>
          </p:cNvPr>
          <p:cNvSpPr txBox="1"/>
          <p:nvPr/>
        </p:nvSpPr>
        <p:spPr>
          <a:xfrm>
            <a:off x="414987" y="876090"/>
            <a:ext cx="6108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r>
              <a:rPr lang="cs-CZ" dirty="0"/>
              <a:t>. </a:t>
            </a:r>
            <a:r>
              <a:rPr lang="en-US" dirty="0" err="1"/>
              <a:t>PickUped</a:t>
            </a:r>
            <a:r>
              <a:rPr lang="en-US" dirty="0"/>
              <a:t> sword processed by Arm weapon system – 2</a:t>
            </a:r>
            <a:r>
              <a:rPr lang="en-US" baseline="30000" dirty="0"/>
              <a:t>nd</a:t>
            </a:r>
            <a:r>
              <a:rPr lang="en-US" dirty="0"/>
              <a:t> step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EDD74C6F-676D-40EA-8988-86AE11A6FFE8}"/>
              </a:ext>
            </a:extLst>
          </p:cNvPr>
          <p:cNvCxnSpPr>
            <a:cxnSpLocks/>
          </p:cNvCxnSpPr>
          <p:nvPr/>
        </p:nvCxnSpPr>
        <p:spPr>
          <a:xfrm>
            <a:off x="756324" y="5285947"/>
            <a:ext cx="100033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14256460-766F-4150-AF9C-7E01C0D0CF7E}"/>
              </a:ext>
            </a:extLst>
          </p:cNvPr>
          <p:cNvSpPr txBox="1"/>
          <p:nvPr/>
        </p:nvSpPr>
        <p:spPr>
          <a:xfrm>
            <a:off x="3771943" y="1368466"/>
            <a:ext cx="2420919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Collidable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Moveable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Inventory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ighlight>
                  <a:srgbClr val="FF00FF"/>
                </a:highlight>
              </a:rPr>
              <a:t>HasWeapon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FlagHasMoved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FlagHasCollided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/>
              <a:t>sword</a:t>
            </a:r>
            <a:r>
              <a:rPr lang="en-US" sz="1400" b="1" i="1" dirty="0"/>
              <a:t>, -10</a:t>
            </a:r>
            <a:r>
              <a:rPr lang="en-US" sz="1400" i="1" dirty="0"/>
              <a:t>,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FlagIsAboutToPickEntity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/>
              <a:t>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FFFF00"/>
                </a:highlight>
              </a:rPr>
              <a:t>FlagIsAboutToArmWeapon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FFFF00"/>
                </a:highlight>
              </a:rPr>
              <a:t>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FlagIsAboutToArmAmmo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/>
              <a:t>slash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00FF00"/>
                </a:highlight>
              </a:rPr>
              <a:t>FlagHasArmedWeapon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00FF00"/>
                </a:highlight>
              </a:rPr>
              <a:t>sword</a:t>
            </a:r>
          </a:p>
          <a:p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EC58F03-54DF-42F1-97EE-657F7B7E155E}"/>
              </a:ext>
            </a:extLst>
          </p:cNvPr>
          <p:cNvSpPr txBox="1"/>
          <p:nvPr/>
        </p:nvSpPr>
        <p:spPr>
          <a:xfrm>
            <a:off x="6999101" y="1337931"/>
            <a:ext cx="2361544" cy="3016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Collidable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Weapon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AmmoPack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Pickable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FlagHasCollided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/>
              <a:t>player, </a:t>
            </a:r>
            <a:r>
              <a:rPr lang="en-US" sz="1400" b="1" i="1" dirty="0"/>
              <a:t>+10</a:t>
            </a:r>
            <a:r>
              <a:rPr lang="en-US" sz="1400" i="1" dirty="0"/>
              <a:t>,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FlagPickedBy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/>
              <a:t>Player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00FF00"/>
                </a:highlight>
              </a:rPr>
              <a:t>FlagWasArmedAsWeapon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00FF00"/>
                </a:highlight>
              </a:rPr>
              <a:t>player</a:t>
            </a:r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4BDF7F-8856-4A5B-8F07-13E31D12FD20}"/>
              </a:ext>
            </a:extLst>
          </p:cNvPr>
          <p:cNvSpPr/>
          <p:nvPr/>
        </p:nvSpPr>
        <p:spPr>
          <a:xfrm>
            <a:off x="1687380" y="1630168"/>
            <a:ext cx="1722335" cy="787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Inventory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09B89C-F257-4311-BCFA-B9613A70898A}"/>
              </a:ext>
            </a:extLst>
          </p:cNvPr>
          <p:cNvSpPr/>
          <p:nvPr/>
        </p:nvSpPr>
        <p:spPr>
          <a:xfrm>
            <a:off x="1758563" y="1685923"/>
            <a:ext cx="531412" cy="6851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F71D56-21CA-41C6-A554-67FE6AAC0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654" y="1692974"/>
            <a:ext cx="509229" cy="678144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6E5E164-A306-4B3F-95FC-732AC273AE0C}"/>
              </a:ext>
            </a:extLst>
          </p:cNvPr>
          <p:cNvSpPr/>
          <p:nvPr/>
        </p:nvSpPr>
        <p:spPr>
          <a:xfrm>
            <a:off x="1687380" y="2543015"/>
            <a:ext cx="1853161" cy="23152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HasWeapon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EDF529-98F0-44B3-9683-8E5E73FB52C6}"/>
              </a:ext>
            </a:extLst>
          </p:cNvPr>
          <p:cNvSpPr/>
          <p:nvPr/>
        </p:nvSpPr>
        <p:spPr>
          <a:xfrm>
            <a:off x="1758563" y="2608115"/>
            <a:ext cx="520320" cy="40538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90A68FB-852F-4B44-AF3B-A7652CBF3089}"/>
              </a:ext>
            </a:extLst>
          </p:cNvPr>
          <p:cNvSpPr/>
          <p:nvPr/>
        </p:nvSpPr>
        <p:spPr>
          <a:xfrm>
            <a:off x="2278078" y="2608115"/>
            <a:ext cx="520320" cy="405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541607D-E5FB-40C4-A6E9-1B075320E914}"/>
              </a:ext>
            </a:extLst>
          </p:cNvPr>
          <p:cNvSpPr/>
          <p:nvPr/>
        </p:nvSpPr>
        <p:spPr>
          <a:xfrm>
            <a:off x="1758563" y="3053367"/>
            <a:ext cx="520320" cy="4010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B257B9A-5967-4EB8-AFDA-362AC1E5E41F}"/>
              </a:ext>
            </a:extLst>
          </p:cNvPr>
          <p:cNvSpPr/>
          <p:nvPr/>
        </p:nvSpPr>
        <p:spPr>
          <a:xfrm>
            <a:off x="2278078" y="3051836"/>
            <a:ext cx="520320" cy="4010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1893E7F-F8C4-4E3C-A326-8C4D37C7456F}"/>
              </a:ext>
            </a:extLst>
          </p:cNvPr>
          <p:cNvSpPr/>
          <p:nvPr/>
        </p:nvSpPr>
        <p:spPr>
          <a:xfrm>
            <a:off x="1758563" y="3491189"/>
            <a:ext cx="520320" cy="40538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39B34F3-7A17-48E1-9FFB-288F3CCB77C5}"/>
              </a:ext>
            </a:extLst>
          </p:cNvPr>
          <p:cNvSpPr/>
          <p:nvPr/>
        </p:nvSpPr>
        <p:spPr>
          <a:xfrm>
            <a:off x="2278078" y="3491186"/>
            <a:ext cx="520320" cy="405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FBAE41A-3FD2-4474-B4D6-C5AB6E02437B}"/>
              </a:ext>
            </a:extLst>
          </p:cNvPr>
          <p:cNvSpPr/>
          <p:nvPr/>
        </p:nvSpPr>
        <p:spPr>
          <a:xfrm>
            <a:off x="1758563" y="3936439"/>
            <a:ext cx="520320" cy="4010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73C8E29-1873-4669-8CE5-86389B2A3EB4}"/>
              </a:ext>
            </a:extLst>
          </p:cNvPr>
          <p:cNvSpPr/>
          <p:nvPr/>
        </p:nvSpPr>
        <p:spPr>
          <a:xfrm>
            <a:off x="2278078" y="3933333"/>
            <a:ext cx="520320" cy="4105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2356BE-B3AD-43E0-890F-80DD674D2868}"/>
              </a:ext>
            </a:extLst>
          </p:cNvPr>
          <p:cNvSpPr txBox="1"/>
          <p:nvPr/>
        </p:nvSpPr>
        <p:spPr>
          <a:xfrm>
            <a:off x="2895195" y="2656920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slash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FD5B09-244D-4E76-BC7D-BA2E125D4241}"/>
              </a:ext>
            </a:extLst>
          </p:cNvPr>
          <p:cNvSpPr txBox="1"/>
          <p:nvPr/>
        </p:nvSpPr>
        <p:spPr>
          <a:xfrm>
            <a:off x="2895195" y="3096138"/>
            <a:ext cx="6267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thrust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972D3B-AB39-42BD-BB1F-AB4D2BB76509}"/>
              </a:ext>
            </a:extLst>
          </p:cNvPr>
          <p:cNvSpPr txBox="1"/>
          <p:nvPr/>
        </p:nvSpPr>
        <p:spPr>
          <a:xfrm>
            <a:off x="2869581" y="3534479"/>
            <a:ext cx="5013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bow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771644-68A6-4364-8894-E8CFA1F79C73}"/>
              </a:ext>
            </a:extLst>
          </p:cNvPr>
          <p:cNvSpPr txBox="1"/>
          <p:nvPr/>
        </p:nvSpPr>
        <p:spPr>
          <a:xfrm>
            <a:off x="2869581" y="3988754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spell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1B5671F-0D1B-4ED2-B12F-D46D5AA17733}"/>
              </a:ext>
            </a:extLst>
          </p:cNvPr>
          <p:cNvSpPr txBox="1"/>
          <p:nvPr/>
        </p:nvSpPr>
        <p:spPr>
          <a:xfrm>
            <a:off x="1725906" y="4350120"/>
            <a:ext cx="603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weapon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09FB1B-FD8F-4D63-BF88-2F7BF6215E48}"/>
              </a:ext>
            </a:extLst>
          </p:cNvPr>
          <p:cNvSpPr txBox="1"/>
          <p:nvPr/>
        </p:nvSpPr>
        <p:spPr>
          <a:xfrm>
            <a:off x="2278078" y="4353403"/>
            <a:ext cx="5180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ammo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D26B08D-216B-4B63-9014-29B074149F5A}"/>
              </a:ext>
            </a:extLst>
          </p:cNvPr>
          <p:cNvCxnSpPr>
            <a:cxnSpLocks/>
          </p:cNvCxnSpPr>
          <p:nvPr/>
        </p:nvCxnSpPr>
        <p:spPr>
          <a:xfrm>
            <a:off x="6837246" y="3665552"/>
            <a:ext cx="32600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47090E0-0CD6-4837-910D-38A12D225262}"/>
              </a:ext>
            </a:extLst>
          </p:cNvPr>
          <p:cNvSpPr txBox="1"/>
          <p:nvPr/>
        </p:nvSpPr>
        <p:spPr>
          <a:xfrm rot="5400000">
            <a:off x="4843745" y="3114442"/>
            <a:ext cx="3611178" cy="37994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PerformArmWeaponProcessor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B9B2815-B490-4163-ABA2-296D277770F2}"/>
              </a:ext>
            </a:extLst>
          </p:cNvPr>
          <p:cNvCxnSpPr>
            <a:cxnSpLocks/>
          </p:cNvCxnSpPr>
          <p:nvPr/>
        </p:nvCxnSpPr>
        <p:spPr>
          <a:xfrm flipH="1">
            <a:off x="5892975" y="4749329"/>
            <a:ext cx="48914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87AA5AB-3C14-428F-B20C-1EAB25AA9343}"/>
              </a:ext>
            </a:extLst>
          </p:cNvPr>
          <p:cNvCxnSpPr>
            <a:cxnSpLocks/>
          </p:cNvCxnSpPr>
          <p:nvPr/>
        </p:nvCxnSpPr>
        <p:spPr>
          <a:xfrm>
            <a:off x="6096000" y="3923254"/>
            <a:ext cx="28612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9C31A09-40CD-4501-A02F-FACF5661D843}"/>
              </a:ext>
            </a:extLst>
          </p:cNvPr>
          <p:cNvCxnSpPr>
            <a:cxnSpLocks/>
          </p:cNvCxnSpPr>
          <p:nvPr/>
        </p:nvCxnSpPr>
        <p:spPr>
          <a:xfrm>
            <a:off x="5206780" y="2661506"/>
            <a:ext cx="117534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5E633334-7A85-46D3-8337-550281905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848058" y="2589182"/>
            <a:ext cx="314837" cy="419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750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80FE16EA-ED49-43A9-86F4-64023BB167B8}"/>
              </a:ext>
            </a:extLst>
          </p:cNvPr>
          <p:cNvSpPr txBox="1"/>
          <p:nvPr/>
        </p:nvSpPr>
        <p:spPr>
          <a:xfrm>
            <a:off x="88983" y="59206"/>
            <a:ext cx="2538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 CASE – Pickup sword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75C1E9B-3F7F-4D56-BE08-C3D22DA55F73}"/>
              </a:ext>
            </a:extLst>
          </p:cNvPr>
          <p:cNvCxnSpPr>
            <a:cxnSpLocks/>
          </p:cNvCxnSpPr>
          <p:nvPr/>
        </p:nvCxnSpPr>
        <p:spPr>
          <a:xfrm>
            <a:off x="756324" y="757629"/>
            <a:ext cx="100033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4992030-BA7A-41F2-AF76-ADA3CE2578BD}"/>
              </a:ext>
            </a:extLst>
          </p:cNvPr>
          <p:cNvGrpSpPr/>
          <p:nvPr/>
        </p:nvGrpSpPr>
        <p:grpSpPr>
          <a:xfrm>
            <a:off x="477588" y="1493158"/>
            <a:ext cx="811924" cy="1681686"/>
            <a:chOff x="2025869" y="801383"/>
            <a:chExt cx="811924" cy="1681686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3C4B122-5C90-4D5D-AAE1-F4B005C13266}"/>
                </a:ext>
              </a:extLst>
            </p:cNvPr>
            <p:cNvGrpSpPr/>
            <p:nvPr/>
          </p:nvGrpSpPr>
          <p:grpSpPr>
            <a:xfrm>
              <a:off x="2203494" y="1247928"/>
              <a:ext cx="491446" cy="1140548"/>
              <a:chOff x="1706880" y="1279459"/>
              <a:chExt cx="491446" cy="1140548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B0C528A7-BD6C-4E17-A4BB-A3388613CBF8}"/>
                  </a:ext>
                </a:extLst>
              </p:cNvPr>
              <p:cNvSpPr/>
              <p:nvPr/>
            </p:nvSpPr>
            <p:spPr>
              <a:xfrm>
                <a:off x="1706880" y="1279459"/>
                <a:ext cx="477520" cy="47752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E7D9F68D-F65D-49CA-AEBC-CEDA580E0573}"/>
                  </a:ext>
                </a:extLst>
              </p:cNvPr>
              <p:cNvCxnSpPr>
                <a:cxnSpLocks/>
                <a:stCxn id="65" idx="4"/>
              </p:cNvCxnSpPr>
              <p:nvPr/>
            </p:nvCxnSpPr>
            <p:spPr>
              <a:xfrm>
                <a:off x="1945640" y="1756979"/>
                <a:ext cx="0" cy="3897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DCCD619D-5567-42A3-AF30-5B2308E1D0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1522" y="1860330"/>
                <a:ext cx="48680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5C75B4E4-584B-4557-B895-7C5B348DB0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45640" y="2146737"/>
                <a:ext cx="164137" cy="2732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DC6D0735-C2BE-481F-A4F1-8E6BDB04B3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81503" y="2146737"/>
                <a:ext cx="164137" cy="2732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5F4718D-B968-4F72-9066-9EA80036D6C9}"/>
                </a:ext>
              </a:extLst>
            </p:cNvPr>
            <p:cNvSpPr/>
            <p:nvPr/>
          </p:nvSpPr>
          <p:spPr>
            <a:xfrm>
              <a:off x="2025869" y="1166648"/>
              <a:ext cx="811924" cy="1316421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78F46AC-7A81-4C44-BF9B-511DC9D35840}"/>
                </a:ext>
              </a:extLst>
            </p:cNvPr>
            <p:cNvSpPr txBox="1"/>
            <p:nvPr/>
          </p:nvSpPr>
          <p:spPr>
            <a:xfrm>
              <a:off x="2056691" y="801383"/>
              <a:ext cx="762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player</a:t>
              </a: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D8EA0498-99C0-491E-98C4-D04AA98FDB46}"/>
              </a:ext>
            </a:extLst>
          </p:cNvPr>
          <p:cNvSpPr txBox="1"/>
          <p:nvPr/>
        </p:nvSpPr>
        <p:spPr>
          <a:xfrm>
            <a:off x="414987" y="876090"/>
            <a:ext cx="6108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  <a:r>
              <a:rPr lang="cs-CZ" dirty="0"/>
              <a:t>. </a:t>
            </a:r>
            <a:r>
              <a:rPr lang="en-US" dirty="0" err="1"/>
              <a:t>PickUped</a:t>
            </a:r>
            <a:r>
              <a:rPr lang="en-US" dirty="0"/>
              <a:t> sword processed by Arm weapon system – 2</a:t>
            </a:r>
            <a:r>
              <a:rPr lang="en-US" baseline="30000" dirty="0"/>
              <a:t>nd</a:t>
            </a:r>
            <a:r>
              <a:rPr lang="en-US" dirty="0"/>
              <a:t> step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EDD74C6F-676D-40EA-8988-86AE11A6FFE8}"/>
              </a:ext>
            </a:extLst>
          </p:cNvPr>
          <p:cNvCxnSpPr>
            <a:cxnSpLocks/>
          </p:cNvCxnSpPr>
          <p:nvPr/>
        </p:nvCxnSpPr>
        <p:spPr>
          <a:xfrm>
            <a:off x="891305" y="5719580"/>
            <a:ext cx="100033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14256460-766F-4150-AF9C-7E01C0D0CF7E}"/>
              </a:ext>
            </a:extLst>
          </p:cNvPr>
          <p:cNvSpPr txBox="1"/>
          <p:nvPr/>
        </p:nvSpPr>
        <p:spPr>
          <a:xfrm>
            <a:off x="3771943" y="1368466"/>
            <a:ext cx="242091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Collidable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Moveable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Inventory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ighlight>
                  <a:srgbClr val="FF00FF"/>
                </a:highlight>
              </a:rPr>
              <a:t>HasWeapon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FlagHasMoved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FlagHasCollided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/>
              <a:t>sword</a:t>
            </a:r>
            <a:r>
              <a:rPr lang="en-US" sz="1400" b="1" i="1" dirty="0"/>
              <a:t>, -10</a:t>
            </a:r>
            <a:r>
              <a:rPr lang="en-US" sz="1400" i="1" dirty="0"/>
              <a:t>,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FlagIsAboutToPickEntity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/>
              <a:t>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FlagIsAboutToArmWeapon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/>
              <a:t>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FFFF00"/>
                </a:highlight>
              </a:rPr>
              <a:t>FlagIsAboutToArmAmmo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FFFF00"/>
                </a:highlight>
              </a:rPr>
              <a:t>slash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FlagHasArmedWeapon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/>
              <a:t>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00FF00"/>
                </a:highlight>
              </a:rPr>
              <a:t>FlagHasArmedAmmo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00FF00"/>
                </a:highlight>
              </a:rPr>
              <a:t>slash</a:t>
            </a:r>
          </a:p>
          <a:p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EC58F03-54DF-42F1-97EE-657F7B7E155E}"/>
              </a:ext>
            </a:extLst>
          </p:cNvPr>
          <p:cNvSpPr txBox="1"/>
          <p:nvPr/>
        </p:nvSpPr>
        <p:spPr>
          <a:xfrm>
            <a:off x="6999101" y="1337931"/>
            <a:ext cx="2368084" cy="3662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Collidable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Weapon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AmmoPack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Pickable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FlagHasCollided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/>
              <a:t>player, </a:t>
            </a:r>
            <a:r>
              <a:rPr lang="en-US" sz="1400" b="1" i="1" dirty="0"/>
              <a:t>+10</a:t>
            </a:r>
            <a:r>
              <a:rPr lang="en-US" sz="1400" i="1" dirty="0"/>
              <a:t>,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FlagPickedBy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/>
              <a:t>Player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FlagWasArmedAsWeapon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/>
              <a:t>Player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00FF00"/>
                </a:highlight>
              </a:rPr>
              <a:t>FlagWasArmedAsAmmo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>
                <a:highlight>
                  <a:srgbClr val="00FF00"/>
                </a:highlight>
              </a:rPr>
              <a:t>player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i="1" dirty="0">
              <a:highlight>
                <a:srgbClr val="00FF00"/>
              </a:highlight>
            </a:endParaRPr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4BDF7F-8856-4A5B-8F07-13E31D12FD20}"/>
              </a:ext>
            </a:extLst>
          </p:cNvPr>
          <p:cNvSpPr/>
          <p:nvPr/>
        </p:nvSpPr>
        <p:spPr>
          <a:xfrm>
            <a:off x="1687380" y="1630168"/>
            <a:ext cx="1722335" cy="787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Inventory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09B89C-F257-4311-BCFA-B9613A70898A}"/>
              </a:ext>
            </a:extLst>
          </p:cNvPr>
          <p:cNvSpPr/>
          <p:nvPr/>
        </p:nvSpPr>
        <p:spPr>
          <a:xfrm>
            <a:off x="1758563" y="1685923"/>
            <a:ext cx="531412" cy="6851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F71D56-21CA-41C6-A554-67FE6AAC0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654" y="1692974"/>
            <a:ext cx="509229" cy="678144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6E5E164-A306-4B3F-95FC-732AC273AE0C}"/>
              </a:ext>
            </a:extLst>
          </p:cNvPr>
          <p:cNvSpPr/>
          <p:nvPr/>
        </p:nvSpPr>
        <p:spPr>
          <a:xfrm>
            <a:off x="1687380" y="2543015"/>
            <a:ext cx="1853161" cy="23152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HasWeapon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EDF529-98F0-44B3-9683-8E5E73FB52C6}"/>
              </a:ext>
            </a:extLst>
          </p:cNvPr>
          <p:cNvSpPr/>
          <p:nvPr/>
        </p:nvSpPr>
        <p:spPr>
          <a:xfrm>
            <a:off x="1758563" y="2608115"/>
            <a:ext cx="520320" cy="40538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90A68FB-852F-4B44-AF3B-A7652CBF3089}"/>
              </a:ext>
            </a:extLst>
          </p:cNvPr>
          <p:cNvSpPr/>
          <p:nvPr/>
        </p:nvSpPr>
        <p:spPr>
          <a:xfrm>
            <a:off x="2278078" y="2608115"/>
            <a:ext cx="520320" cy="405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541607D-E5FB-40C4-A6E9-1B075320E914}"/>
              </a:ext>
            </a:extLst>
          </p:cNvPr>
          <p:cNvSpPr/>
          <p:nvPr/>
        </p:nvSpPr>
        <p:spPr>
          <a:xfrm>
            <a:off x="1758563" y="3053367"/>
            <a:ext cx="520320" cy="4010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B257B9A-5967-4EB8-AFDA-362AC1E5E41F}"/>
              </a:ext>
            </a:extLst>
          </p:cNvPr>
          <p:cNvSpPr/>
          <p:nvPr/>
        </p:nvSpPr>
        <p:spPr>
          <a:xfrm>
            <a:off x="2278078" y="3051836"/>
            <a:ext cx="520320" cy="4010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1893E7F-F8C4-4E3C-A326-8C4D37C7456F}"/>
              </a:ext>
            </a:extLst>
          </p:cNvPr>
          <p:cNvSpPr/>
          <p:nvPr/>
        </p:nvSpPr>
        <p:spPr>
          <a:xfrm>
            <a:off x="1758563" y="3491189"/>
            <a:ext cx="520320" cy="40538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39B34F3-7A17-48E1-9FFB-288F3CCB77C5}"/>
              </a:ext>
            </a:extLst>
          </p:cNvPr>
          <p:cNvSpPr/>
          <p:nvPr/>
        </p:nvSpPr>
        <p:spPr>
          <a:xfrm>
            <a:off x="2278078" y="3491186"/>
            <a:ext cx="520320" cy="405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FBAE41A-3FD2-4474-B4D6-C5AB6E02437B}"/>
              </a:ext>
            </a:extLst>
          </p:cNvPr>
          <p:cNvSpPr/>
          <p:nvPr/>
        </p:nvSpPr>
        <p:spPr>
          <a:xfrm>
            <a:off x="1758563" y="3936439"/>
            <a:ext cx="520320" cy="4010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73C8E29-1873-4669-8CE5-86389B2A3EB4}"/>
              </a:ext>
            </a:extLst>
          </p:cNvPr>
          <p:cNvSpPr/>
          <p:nvPr/>
        </p:nvSpPr>
        <p:spPr>
          <a:xfrm>
            <a:off x="2278078" y="3933333"/>
            <a:ext cx="520320" cy="4105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2356BE-B3AD-43E0-890F-80DD674D2868}"/>
              </a:ext>
            </a:extLst>
          </p:cNvPr>
          <p:cNvSpPr txBox="1"/>
          <p:nvPr/>
        </p:nvSpPr>
        <p:spPr>
          <a:xfrm>
            <a:off x="2895195" y="2656920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slash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FD5B09-244D-4E76-BC7D-BA2E125D4241}"/>
              </a:ext>
            </a:extLst>
          </p:cNvPr>
          <p:cNvSpPr txBox="1"/>
          <p:nvPr/>
        </p:nvSpPr>
        <p:spPr>
          <a:xfrm>
            <a:off x="2895195" y="3096138"/>
            <a:ext cx="6267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thrust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972D3B-AB39-42BD-BB1F-AB4D2BB76509}"/>
              </a:ext>
            </a:extLst>
          </p:cNvPr>
          <p:cNvSpPr txBox="1"/>
          <p:nvPr/>
        </p:nvSpPr>
        <p:spPr>
          <a:xfrm>
            <a:off x="2869581" y="3534479"/>
            <a:ext cx="5013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bow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771644-68A6-4364-8894-E8CFA1F79C73}"/>
              </a:ext>
            </a:extLst>
          </p:cNvPr>
          <p:cNvSpPr txBox="1"/>
          <p:nvPr/>
        </p:nvSpPr>
        <p:spPr>
          <a:xfrm>
            <a:off x="2869581" y="3988754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spell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1B5671F-0D1B-4ED2-B12F-D46D5AA17733}"/>
              </a:ext>
            </a:extLst>
          </p:cNvPr>
          <p:cNvSpPr txBox="1"/>
          <p:nvPr/>
        </p:nvSpPr>
        <p:spPr>
          <a:xfrm>
            <a:off x="1725906" y="4350120"/>
            <a:ext cx="603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weapon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09FB1B-FD8F-4D63-BF88-2F7BF6215E48}"/>
              </a:ext>
            </a:extLst>
          </p:cNvPr>
          <p:cNvSpPr txBox="1"/>
          <p:nvPr/>
        </p:nvSpPr>
        <p:spPr>
          <a:xfrm>
            <a:off x="2278078" y="4353403"/>
            <a:ext cx="5180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ammo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D26B08D-216B-4B63-9014-29B074149F5A}"/>
              </a:ext>
            </a:extLst>
          </p:cNvPr>
          <p:cNvCxnSpPr>
            <a:cxnSpLocks/>
          </p:cNvCxnSpPr>
          <p:nvPr/>
        </p:nvCxnSpPr>
        <p:spPr>
          <a:xfrm>
            <a:off x="6837246" y="4127466"/>
            <a:ext cx="32600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47090E0-0CD6-4837-910D-38A12D225262}"/>
              </a:ext>
            </a:extLst>
          </p:cNvPr>
          <p:cNvSpPr txBox="1"/>
          <p:nvPr/>
        </p:nvSpPr>
        <p:spPr>
          <a:xfrm rot="5400000">
            <a:off x="4617838" y="3340349"/>
            <a:ext cx="4062992" cy="37994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PerformArmAmmoProcessor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B9B2815-B490-4163-ABA2-296D277770F2}"/>
              </a:ext>
            </a:extLst>
          </p:cNvPr>
          <p:cNvCxnSpPr>
            <a:cxnSpLocks/>
          </p:cNvCxnSpPr>
          <p:nvPr/>
        </p:nvCxnSpPr>
        <p:spPr>
          <a:xfrm flipH="1">
            <a:off x="5892975" y="5192390"/>
            <a:ext cx="48914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87AA5AB-3C14-428F-B20C-1EAB25AA9343}"/>
              </a:ext>
            </a:extLst>
          </p:cNvPr>
          <p:cNvCxnSpPr>
            <a:cxnSpLocks/>
          </p:cNvCxnSpPr>
          <p:nvPr/>
        </p:nvCxnSpPr>
        <p:spPr>
          <a:xfrm>
            <a:off x="6096000" y="4375740"/>
            <a:ext cx="28612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9C31A09-40CD-4501-A02F-FACF5661D843}"/>
              </a:ext>
            </a:extLst>
          </p:cNvPr>
          <p:cNvCxnSpPr>
            <a:cxnSpLocks/>
          </p:cNvCxnSpPr>
          <p:nvPr/>
        </p:nvCxnSpPr>
        <p:spPr>
          <a:xfrm>
            <a:off x="5206780" y="2661506"/>
            <a:ext cx="117534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5E633334-7A85-46D3-8337-550281905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848058" y="2589182"/>
            <a:ext cx="314837" cy="419271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59A8C0C7-797E-4042-B01B-4931D6D5E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395854" y="2599195"/>
            <a:ext cx="314837" cy="419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183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768E15-FB15-45E7-8BAB-9048AD59F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546" y="0"/>
            <a:ext cx="97229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408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3744</TotalTime>
  <Words>1133</Words>
  <Application>Microsoft Office PowerPoint</Application>
  <PresentationFormat>Widescreen</PresentationFormat>
  <Paragraphs>371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Office Theme</vt:lpstr>
      <vt:lpstr>PowerPoint Presentation</vt:lpstr>
      <vt:lpstr>The System</vt:lpstr>
      <vt:lpstr>Command System</vt:lpstr>
      <vt:lpstr>Command Generation System</vt:lpstr>
      <vt:lpstr>PowerPoint Presentation</vt:lpstr>
      <vt:lpstr>GenerateCommandFromInputProcessor</vt:lpstr>
      <vt:lpstr>Movement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Dokoupil, Otakar</dc:creator>
  <cp:lastModifiedBy>Dokoupil, Otakar</cp:lastModifiedBy>
  <cp:revision>7</cp:revision>
  <dcterms:created xsi:type="dcterms:W3CDTF">2021-05-18T12:36:39Z</dcterms:created>
  <dcterms:modified xsi:type="dcterms:W3CDTF">2021-08-06T12:26:50Z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029aa55-c717-49c7-96ad-42e953bc7712_Enabled">
    <vt:lpwstr>true</vt:lpwstr>
  </property>
  <property fmtid="{D5CDD505-2E9C-101B-9397-08002B2CF9AE}" pid="3" name="MSIP_Label_b029aa55-c717-49c7-96ad-42e953bc7712_SetDate">
    <vt:lpwstr>2021-05-18T12:36:39Z</vt:lpwstr>
  </property>
  <property fmtid="{D5CDD505-2E9C-101B-9397-08002B2CF9AE}" pid="4" name="MSIP_Label_b029aa55-c717-49c7-96ad-42e953bc7712_Method">
    <vt:lpwstr>Standard</vt:lpwstr>
  </property>
  <property fmtid="{D5CDD505-2E9C-101B-9397-08002B2CF9AE}" pid="5" name="MSIP_Label_b029aa55-c717-49c7-96ad-42e953bc7712_Name">
    <vt:lpwstr>b029aa55-c717-49c7-96ad-42e953bc7712</vt:lpwstr>
  </property>
  <property fmtid="{D5CDD505-2E9C-101B-9397-08002B2CF9AE}" pid="6" name="MSIP_Label_b029aa55-c717-49c7-96ad-42e953bc7712_SiteId">
    <vt:lpwstr>e46bc88e-1a4b-44ff-a158-1b9f7eb4561e</vt:lpwstr>
  </property>
  <property fmtid="{D5CDD505-2E9C-101B-9397-08002B2CF9AE}" pid="7" name="MSIP_Label_b029aa55-c717-49c7-96ad-42e953bc7712_ActionId">
    <vt:lpwstr>f4179180-7e44-412f-ba72-faa26fe250f1</vt:lpwstr>
  </property>
  <property fmtid="{D5CDD505-2E9C-101B-9397-08002B2CF9AE}" pid="8" name="MSIP_Label_b029aa55-c717-49c7-96ad-42e953bc7712_ContentBits">
    <vt:lpwstr>0</vt:lpwstr>
  </property>
</Properties>
</file>